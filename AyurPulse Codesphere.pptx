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al Bold" charset="1" panose="020B0704020202020204"/>
      <p:regular r:id="rId17"/>
    </p:embeddedFont>
    <p:embeddedFont>
      <p:font typeface="Poppins Bold" charset="1" panose="00000800000000000000"/>
      <p:regular r:id="rId18"/>
    </p:embeddedFont>
    <p:embeddedFont>
      <p:font typeface="Poppins" charset="1" panose="00000500000000000000"/>
      <p:regular r:id="rId20"/>
    </p:embeddedFont>
    <p:embeddedFont>
      <p:font typeface="Arial" charset="1" panose="020B0604020202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12" Target="../media/image10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png" Type="http://schemas.openxmlformats.org/officeDocument/2006/relationships/image"/><Relationship Id="rId12" Target="../media/image45.png" Type="http://schemas.openxmlformats.org/officeDocument/2006/relationships/image"/><Relationship Id="rId13" Target="../media/image46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51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888" r="0" b="-38888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420908" y="7255850"/>
            <a:ext cx="3579543" cy="1764144"/>
          </a:xfrm>
          <a:custGeom>
            <a:avLst/>
            <a:gdLst/>
            <a:ahLst/>
            <a:cxnLst/>
            <a:rect r="r" b="b" t="t" l="l"/>
            <a:pathLst>
              <a:path h="1764144" w="3579543">
                <a:moveTo>
                  <a:pt x="0" y="0"/>
                </a:moveTo>
                <a:lnTo>
                  <a:pt x="3579543" y="0"/>
                </a:lnTo>
                <a:lnTo>
                  <a:pt x="3579543" y="1764144"/>
                </a:lnTo>
                <a:lnTo>
                  <a:pt x="0" y="1764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7255850"/>
            <a:ext cx="6087408" cy="1764144"/>
          </a:xfrm>
          <a:custGeom>
            <a:avLst/>
            <a:gdLst/>
            <a:ahLst/>
            <a:cxnLst/>
            <a:rect r="r" b="b" t="t" l="l"/>
            <a:pathLst>
              <a:path h="1764144" w="6087408">
                <a:moveTo>
                  <a:pt x="0" y="0"/>
                </a:moveTo>
                <a:lnTo>
                  <a:pt x="6087408" y="0"/>
                </a:lnTo>
                <a:lnTo>
                  <a:pt x="6087408" y="1764144"/>
                </a:lnTo>
                <a:lnTo>
                  <a:pt x="0" y="17641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06670" y="7255850"/>
            <a:ext cx="5952630" cy="1764144"/>
          </a:xfrm>
          <a:custGeom>
            <a:avLst/>
            <a:gdLst/>
            <a:ahLst/>
            <a:cxnLst/>
            <a:rect r="r" b="b" t="t" l="l"/>
            <a:pathLst>
              <a:path h="1764144" w="5952630">
                <a:moveTo>
                  <a:pt x="0" y="0"/>
                </a:moveTo>
                <a:lnTo>
                  <a:pt x="5952630" y="0"/>
                </a:lnTo>
                <a:lnTo>
                  <a:pt x="5952630" y="1764144"/>
                </a:lnTo>
                <a:lnTo>
                  <a:pt x="0" y="17641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167307" y="2291525"/>
            <a:ext cx="9953387" cy="3196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9"/>
              </a:lnSpc>
            </a:pPr>
            <a:r>
              <a:rPr lang="en-US" b="true" sz="15845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AyurPulse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71942" y="7750502"/>
            <a:ext cx="5422097" cy="671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b="true" sz="2799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8453" y="7750502"/>
            <a:ext cx="1264444" cy="581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b="true" sz="2799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AIOT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30294" y="7549210"/>
            <a:ext cx="3284096" cy="84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56"/>
              </a:lnSpc>
            </a:pPr>
            <a:r>
              <a:rPr lang="en-US" b="true" sz="4200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AyurPulse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91344" y="433473"/>
            <a:ext cx="10046341" cy="1419044"/>
            <a:chOff x="0" y="0"/>
            <a:chExt cx="13395122" cy="18920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95071" cy="1892046"/>
            </a:xfrm>
            <a:custGeom>
              <a:avLst/>
              <a:gdLst/>
              <a:ahLst/>
              <a:cxnLst/>
              <a:rect r="r" b="b" t="t" l="l"/>
              <a:pathLst>
                <a:path h="1892046" w="13395071">
                  <a:moveTo>
                    <a:pt x="0" y="0"/>
                  </a:moveTo>
                  <a:lnTo>
                    <a:pt x="13395071" y="0"/>
                  </a:lnTo>
                  <a:lnTo>
                    <a:pt x="13395071" y="1892046"/>
                  </a:lnTo>
                  <a:lnTo>
                    <a:pt x="0" y="1892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24" r="0" b="-12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679959" y="332222"/>
            <a:ext cx="117929" cy="1520304"/>
            <a:chOff x="0" y="0"/>
            <a:chExt cx="157239" cy="20270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7226" cy="2027047"/>
            </a:xfrm>
            <a:custGeom>
              <a:avLst/>
              <a:gdLst/>
              <a:ahLst/>
              <a:cxnLst/>
              <a:rect r="r" b="b" t="t" l="l"/>
              <a:pathLst>
                <a:path h="2027047" w="157226">
                  <a:moveTo>
                    <a:pt x="0" y="0"/>
                  </a:moveTo>
                  <a:lnTo>
                    <a:pt x="157226" y="0"/>
                  </a:lnTo>
                  <a:lnTo>
                    <a:pt x="157226" y="2027047"/>
                  </a:lnTo>
                  <a:lnTo>
                    <a:pt x="0" y="2027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4502503" t="0" r="-4502512" b="-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890871" y="332222"/>
            <a:ext cx="2883332" cy="1520304"/>
            <a:chOff x="0" y="0"/>
            <a:chExt cx="3844442" cy="20270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44417" cy="2027047"/>
            </a:xfrm>
            <a:custGeom>
              <a:avLst/>
              <a:gdLst/>
              <a:ahLst/>
              <a:cxnLst/>
              <a:rect r="r" b="b" t="t" l="l"/>
              <a:pathLst>
                <a:path h="2027047" w="3844417">
                  <a:moveTo>
                    <a:pt x="0" y="0"/>
                  </a:moveTo>
                  <a:lnTo>
                    <a:pt x="3844417" y="0"/>
                  </a:lnTo>
                  <a:lnTo>
                    <a:pt x="3844417" y="2027047"/>
                  </a:lnTo>
                  <a:lnTo>
                    <a:pt x="0" y="2027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44828" r="0" b="-44829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843699" y="445418"/>
            <a:ext cx="2741009" cy="1293914"/>
            <a:chOff x="0" y="0"/>
            <a:chExt cx="3654679" cy="17252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4679" cy="1725168"/>
            </a:xfrm>
            <a:custGeom>
              <a:avLst/>
              <a:gdLst/>
              <a:ahLst/>
              <a:cxnLst/>
              <a:rect r="r" b="b" t="t" l="l"/>
              <a:pathLst>
                <a:path h="1725168" w="3654679">
                  <a:moveTo>
                    <a:pt x="0" y="0"/>
                  </a:moveTo>
                  <a:lnTo>
                    <a:pt x="3654679" y="0"/>
                  </a:lnTo>
                  <a:lnTo>
                    <a:pt x="3654679" y="1725168"/>
                  </a:lnTo>
                  <a:lnTo>
                    <a:pt x="0" y="1725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0613" r="0" b="-20616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888" r="0" b="-38888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2735323"/>
            <a:ext cx="5066795" cy="6522977"/>
          </a:xfrm>
          <a:custGeom>
            <a:avLst/>
            <a:gdLst/>
            <a:ahLst/>
            <a:cxnLst/>
            <a:rect r="r" b="b" t="t" l="l"/>
            <a:pathLst>
              <a:path h="6522977" w="5066795">
                <a:moveTo>
                  <a:pt x="0" y="0"/>
                </a:moveTo>
                <a:lnTo>
                  <a:pt x="5066795" y="0"/>
                </a:lnTo>
                <a:lnTo>
                  <a:pt x="5066795" y="6522977"/>
                </a:lnTo>
                <a:lnTo>
                  <a:pt x="0" y="6522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10607" y="2735323"/>
            <a:ext cx="5066795" cy="6522977"/>
          </a:xfrm>
          <a:custGeom>
            <a:avLst/>
            <a:gdLst/>
            <a:ahLst/>
            <a:cxnLst/>
            <a:rect r="r" b="b" t="t" l="l"/>
            <a:pathLst>
              <a:path h="6522977" w="5066795">
                <a:moveTo>
                  <a:pt x="0" y="0"/>
                </a:moveTo>
                <a:lnTo>
                  <a:pt x="5066795" y="0"/>
                </a:lnTo>
                <a:lnTo>
                  <a:pt x="5066795" y="6522977"/>
                </a:lnTo>
                <a:lnTo>
                  <a:pt x="0" y="6522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1743" y="2735323"/>
            <a:ext cx="5066795" cy="6522977"/>
          </a:xfrm>
          <a:custGeom>
            <a:avLst/>
            <a:gdLst/>
            <a:ahLst/>
            <a:cxnLst/>
            <a:rect r="r" b="b" t="t" l="l"/>
            <a:pathLst>
              <a:path h="6522977" w="5066795">
                <a:moveTo>
                  <a:pt x="0" y="0"/>
                </a:moveTo>
                <a:lnTo>
                  <a:pt x="5066795" y="0"/>
                </a:lnTo>
                <a:lnTo>
                  <a:pt x="5066795" y="6522977"/>
                </a:lnTo>
                <a:lnTo>
                  <a:pt x="0" y="6522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18337" y="1761658"/>
            <a:ext cx="1887522" cy="2059696"/>
          </a:xfrm>
          <a:custGeom>
            <a:avLst/>
            <a:gdLst/>
            <a:ahLst/>
            <a:cxnLst/>
            <a:rect r="r" b="b" t="t" l="l"/>
            <a:pathLst>
              <a:path h="2059696" w="1887522">
                <a:moveTo>
                  <a:pt x="0" y="0"/>
                </a:moveTo>
                <a:lnTo>
                  <a:pt x="1887521" y="0"/>
                </a:lnTo>
                <a:lnTo>
                  <a:pt x="1887521" y="2059696"/>
                </a:lnTo>
                <a:lnTo>
                  <a:pt x="0" y="20596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200234" y="1761658"/>
            <a:ext cx="1887522" cy="2059696"/>
          </a:xfrm>
          <a:custGeom>
            <a:avLst/>
            <a:gdLst/>
            <a:ahLst/>
            <a:cxnLst/>
            <a:rect r="r" b="b" t="t" l="l"/>
            <a:pathLst>
              <a:path h="2059696" w="1887522">
                <a:moveTo>
                  <a:pt x="0" y="0"/>
                </a:moveTo>
                <a:lnTo>
                  <a:pt x="1887522" y="0"/>
                </a:lnTo>
                <a:lnTo>
                  <a:pt x="1887522" y="2059696"/>
                </a:lnTo>
                <a:lnTo>
                  <a:pt x="0" y="20596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81065" y="1761658"/>
            <a:ext cx="1887522" cy="2059696"/>
          </a:xfrm>
          <a:custGeom>
            <a:avLst/>
            <a:gdLst/>
            <a:ahLst/>
            <a:cxnLst/>
            <a:rect r="r" b="b" t="t" l="l"/>
            <a:pathLst>
              <a:path h="2059696" w="1887522">
                <a:moveTo>
                  <a:pt x="0" y="0"/>
                </a:moveTo>
                <a:lnTo>
                  <a:pt x="1887522" y="0"/>
                </a:lnTo>
                <a:lnTo>
                  <a:pt x="1887522" y="2059696"/>
                </a:lnTo>
                <a:lnTo>
                  <a:pt x="0" y="20596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33814" y="4991100"/>
            <a:ext cx="445655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8"/>
              </a:lnSpc>
            </a:pPr>
            <a:r>
              <a:rPr lang="en-US" b="true" sz="42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Problem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32588" y="5883678"/>
            <a:ext cx="3659019" cy="251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0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Most current smartwatches only provide generic data like BP, SpO2, and steps without deeper context.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15721" y="4991100"/>
            <a:ext cx="445655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8"/>
              </a:lnSpc>
            </a:pPr>
            <a:r>
              <a:rPr lang="en-US" b="true" sz="42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Problem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14495" y="5883678"/>
            <a:ext cx="3659019" cy="251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0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Existing wearables offer no root-cause diagnosis or individualized health guidance.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96543" y="4991100"/>
            <a:ext cx="445655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8"/>
              </a:lnSpc>
            </a:pPr>
            <a:r>
              <a:rPr lang="en-US" b="true" sz="42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Problem 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95316" y="5883678"/>
            <a:ext cx="3659019" cy="251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0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raditional Ayurveda, despite its rising demand, lacks digital integration into daily life.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90568" y="2227517"/>
            <a:ext cx="154305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63"/>
              </a:lnSpc>
            </a:pPr>
            <a:r>
              <a:rPr lang="en-US" b="true" sz="5599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72475" y="2227517"/>
            <a:ext cx="154305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63"/>
              </a:lnSpc>
            </a:pPr>
            <a:r>
              <a:rPr lang="en-US" b="true" sz="5599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53296" y="2227517"/>
            <a:ext cx="154305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63"/>
              </a:lnSpc>
            </a:pPr>
            <a:r>
              <a:rPr lang="en-US" b="true" sz="5599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888" r="0" b="-38888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309596" y="632527"/>
            <a:ext cx="5219119" cy="4268019"/>
          </a:xfrm>
          <a:custGeom>
            <a:avLst/>
            <a:gdLst/>
            <a:ahLst/>
            <a:cxnLst/>
            <a:rect r="r" b="b" t="t" l="l"/>
            <a:pathLst>
              <a:path h="4268019" w="5219119">
                <a:moveTo>
                  <a:pt x="0" y="0"/>
                </a:moveTo>
                <a:lnTo>
                  <a:pt x="5219119" y="0"/>
                </a:lnTo>
                <a:lnTo>
                  <a:pt x="5219119" y="4268019"/>
                </a:lnTo>
                <a:lnTo>
                  <a:pt x="0" y="4268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8274" y="632527"/>
            <a:ext cx="10924013" cy="4268019"/>
          </a:xfrm>
          <a:custGeom>
            <a:avLst/>
            <a:gdLst/>
            <a:ahLst/>
            <a:cxnLst/>
            <a:rect r="r" b="b" t="t" l="l"/>
            <a:pathLst>
              <a:path h="4268019" w="10924013">
                <a:moveTo>
                  <a:pt x="0" y="0"/>
                </a:moveTo>
                <a:lnTo>
                  <a:pt x="10924013" y="0"/>
                </a:lnTo>
                <a:lnTo>
                  <a:pt x="10924013" y="4268019"/>
                </a:lnTo>
                <a:lnTo>
                  <a:pt x="0" y="42680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09596" y="5245008"/>
            <a:ext cx="5219119" cy="4268019"/>
          </a:xfrm>
          <a:custGeom>
            <a:avLst/>
            <a:gdLst/>
            <a:ahLst/>
            <a:cxnLst/>
            <a:rect r="r" b="b" t="t" l="l"/>
            <a:pathLst>
              <a:path h="4268019" w="5219119">
                <a:moveTo>
                  <a:pt x="0" y="0"/>
                </a:moveTo>
                <a:lnTo>
                  <a:pt x="5219119" y="0"/>
                </a:lnTo>
                <a:lnTo>
                  <a:pt x="5219119" y="4268019"/>
                </a:lnTo>
                <a:lnTo>
                  <a:pt x="0" y="4268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603168" y="5245008"/>
            <a:ext cx="5219119" cy="4268019"/>
          </a:xfrm>
          <a:custGeom>
            <a:avLst/>
            <a:gdLst/>
            <a:ahLst/>
            <a:cxnLst/>
            <a:rect r="r" b="b" t="t" l="l"/>
            <a:pathLst>
              <a:path h="4268019" w="5219119">
                <a:moveTo>
                  <a:pt x="0" y="0"/>
                </a:moveTo>
                <a:lnTo>
                  <a:pt x="5219119" y="0"/>
                </a:lnTo>
                <a:lnTo>
                  <a:pt x="5219119" y="4268019"/>
                </a:lnTo>
                <a:lnTo>
                  <a:pt x="0" y="4268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8274" y="5245008"/>
            <a:ext cx="5219119" cy="4268019"/>
          </a:xfrm>
          <a:custGeom>
            <a:avLst/>
            <a:gdLst/>
            <a:ahLst/>
            <a:cxnLst/>
            <a:rect r="r" b="b" t="t" l="l"/>
            <a:pathLst>
              <a:path h="4268019" w="5219119">
                <a:moveTo>
                  <a:pt x="0" y="0"/>
                </a:moveTo>
                <a:lnTo>
                  <a:pt x="5219119" y="0"/>
                </a:lnTo>
                <a:lnTo>
                  <a:pt x="5219119" y="4268019"/>
                </a:lnTo>
                <a:lnTo>
                  <a:pt x="0" y="4268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98274" y="1499254"/>
            <a:ext cx="10924013" cy="273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8"/>
              </a:lnSpc>
            </a:pPr>
            <a:r>
              <a:rPr lang="en-US" b="true" sz="9999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Key</a:t>
            </a:r>
          </a:p>
          <a:p>
            <a:pPr algn="ctr">
              <a:lnSpc>
                <a:spcPts val="11998"/>
              </a:lnSpc>
            </a:pPr>
            <a:r>
              <a:rPr lang="en-US" b="true" sz="9999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Features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07182" y="1065867"/>
            <a:ext cx="4823955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8"/>
              </a:lnSpc>
            </a:pPr>
            <a:r>
              <a:rPr lang="en-US" b="true" sz="42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Feature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20268" y="2438695"/>
            <a:ext cx="3597783" cy="208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0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U</a:t>
            </a:r>
            <a:r>
              <a:rPr lang="en-US" sz="20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ses advanced sensors (HRV, PPG, Barometer) to detect Nadi movements based on speed, character, and temperature.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08087" y="5708490"/>
            <a:ext cx="4823955" cy="748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8"/>
              </a:lnSpc>
            </a:pPr>
            <a:r>
              <a:rPr lang="en-US" b="true" sz="42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Feature 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8942" y="7264718"/>
            <a:ext cx="3597783" cy="1776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8"/>
              </a:lnSpc>
            </a:pPr>
            <a:r>
              <a:rPr lang="en-US" sz="21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1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al-time analysis of pulse patterns to classify health states into Vataja, Pittaja, or Kaphaja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01517" y="5708490"/>
            <a:ext cx="4823955" cy="748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8"/>
              </a:lnSpc>
            </a:pPr>
            <a:r>
              <a:rPr lang="en-US" b="true" sz="42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Feature 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8274" y="5751700"/>
            <a:ext cx="4823955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8"/>
              </a:lnSpc>
            </a:pPr>
            <a:r>
              <a:rPr lang="en-US" b="true" sz="42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Feature 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15135" y="7264718"/>
            <a:ext cx="4596719" cy="1776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8"/>
              </a:lnSpc>
            </a:pPr>
            <a:r>
              <a:rPr lang="en-US" sz="21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Generates immediate, personalized lifestyle and health advice based on the detected Dosha imbalance.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08087" y="1789767"/>
            <a:ext cx="4823955" cy="5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2"/>
              </a:lnSpc>
            </a:pPr>
            <a:r>
              <a:rPr lang="en-US" b="true" sz="28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Sm</a:t>
            </a:r>
            <a:r>
              <a:rPr lang="en-US" b="true" sz="28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art Nadi Pariksha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5856" y="6506270"/>
            <a:ext cx="4823955" cy="5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2"/>
              </a:lnSpc>
            </a:pPr>
            <a:r>
              <a:rPr lang="en-US" b="true" sz="28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Dosha Classification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01517" y="6506270"/>
            <a:ext cx="4823955" cy="5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2"/>
              </a:lnSpc>
            </a:pPr>
            <a:r>
              <a:rPr lang="en-US" b="true" sz="28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 Recommendations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08087" y="6506270"/>
            <a:ext cx="4823955" cy="5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2"/>
              </a:lnSpc>
            </a:pPr>
            <a:r>
              <a:rPr lang="en-US" b="true" sz="28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b="true" sz="28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onnected Ecosystem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08087" y="7264718"/>
            <a:ext cx="4596719" cy="1776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8"/>
              </a:lnSpc>
            </a:pPr>
            <a:r>
              <a:rPr lang="en-US" sz="21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A seamless bridge between a wearable interface and a dedicated mobile app for holistic tracking.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888" r="0" b="-38888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290066" y="889902"/>
            <a:ext cx="7969234" cy="2612317"/>
          </a:xfrm>
          <a:custGeom>
            <a:avLst/>
            <a:gdLst/>
            <a:ahLst/>
            <a:cxnLst/>
            <a:rect r="r" b="b" t="t" l="l"/>
            <a:pathLst>
              <a:path h="2612317" w="7969234">
                <a:moveTo>
                  <a:pt x="0" y="0"/>
                </a:moveTo>
                <a:lnTo>
                  <a:pt x="7969234" y="0"/>
                </a:lnTo>
                <a:lnTo>
                  <a:pt x="7969234" y="2612317"/>
                </a:lnTo>
                <a:lnTo>
                  <a:pt x="0" y="2612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290066" y="3767947"/>
            <a:ext cx="7969234" cy="2612317"/>
          </a:xfrm>
          <a:custGeom>
            <a:avLst/>
            <a:gdLst/>
            <a:ahLst/>
            <a:cxnLst/>
            <a:rect r="r" b="b" t="t" l="l"/>
            <a:pathLst>
              <a:path h="2612317" w="7969234">
                <a:moveTo>
                  <a:pt x="0" y="0"/>
                </a:moveTo>
                <a:lnTo>
                  <a:pt x="7969234" y="0"/>
                </a:lnTo>
                <a:lnTo>
                  <a:pt x="7969234" y="2612317"/>
                </a:lnTo>
                <a:lnTo>
                  <a:pt x="0" y="2612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90066" y="6645983"/>
            <a:ext cx="7969234" cy="2612317"/>
          </a:xfrm>
          <a:custGeom>
            <a:avLst/>
            <a:gdLst/>
            <a:ahLst/>
            <a:cxnLst/>
            <a:rect r="r" b="b" t="t" l="l"/>
            <a:pathLst>
              <a:path h="2612317" w="7969234">
                <a:moveTo>
                  <a:pt x="0" y="0"/>
                </a:moveTo>
                <a:lnTo>
                  <a:pt x="7969234" y="0"/>
                </a:lnTo>
                <a:lnTo>
                  <a:pt x="7969234" y="2612317"/>
                </a:lnTo>
                <a:lnTo>
                  <a:pt x="0" y="2612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58613" y="1398708"/>
            <a:ext cx="1462907" cy="1596352"/>
          </a:xfrm>
          <a:custGeom>
            <a:avLst/>
            <a:gdLst/>
            <a:ahLst/>
            <a:cxnLst/>
            <a:rect r="r" b="b" t="t" l="l"/>
            <a:pathLst>
              <a:path h="1596352" w="1462907">
                <a:moveTo>
                  <a:pt x="0" y="0"/>
                </a:moveTo>
                <a:lnTo>
                  <a:pt x="1462906" y="0"/>
                </a:lnTo>
                <a:lnTo>
                  <a:pt x="1462906" y="1596352"/>
                </a:lnTo>
                <a:lnTo>
                  <a:pt x="0" y="1596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558613" y="4276754"/>
            <a:ext cx="1462907" cy="1596352"/>
          </a:xfrm>
          <a:custGeom>
            <a:avLst/>
            <a:gdLst/>
            <a:ahLst/>
            <a:cxnLst/>
            <a:rect r="r" b="b" t="t" l="l"/>
            <a:pathLst>
              <a:path h="1596352" w="1462907">
                <a:moveTo>
                  <a:pt x="0" y="0"/>
                </a:moveTo>
                <a:lnTo>
                  <a:pt x="1462906" y="0"/>
                </a:lnTo>
                <a:lnTo>
                  <a:pt x="1462906" y="1596351"/>
                </a:lnTo>
                <a:lnTo>
                  <a:pt x="0" y="15963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58613" y="7154789"/>
            <a:ext cx="1462907" cy="1596352"/>
          </a:xfrm>
          <a:custGeom>
            <a:avLst/>
            <a:gdLst/>
            <a:ahLst/>
            <a:cxnLst/>
            <a:rect r="r" b="b" t="t" l="l"/>
            <a:pathLst>
              <a:path h="1596352" w="1462907">
                <a:moveTo>
                  <a:pt x="0" y="0"/>
                </a:moveTo>
                <a:lnTo>
                  <a:pt x="1462906" y="0"/>
                </a:lnTo>
                <a:lnTo>
                  <a:pt x="1462906" y="1596352"/>
                </a:lnTo>
                <a:lnTo>
                  <a:pt x="0" y="1596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891550"/>
            <a:ext cx="6729813" cy="8366750"/>
          </a:xfrm>
          <a:custGeom>
            <a:avLst/>
            <a:gdLst/>
            <a:ahLst/>
            <a:cxnLst/>
            <a:rect r="r" b="b" t="t" l="l"/>
            <a:pathLst>
              <a:path h="8366750" w="6729813">
                <a:moveTo>
                  <a:pt x="0" y="0"/>
                </a:moveTo>
                <a:lnTo>
                  <a:pt x="6729813" y="0"/>
                </a:lnTo>
                <a:lnTo>
                  <a:pt x="6729813" y="8366750"/>
                </a:lnTo>
                <a:lnTo>
                  <a:pt x="0" y="8366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26276" y="3102629"/>
            <a:ext cx="5334661" cy="4146801"/>
          </a:xfrm>
          <a:custGeom>
            <a:avLst/>
            <a:gdLst/>
            <a:ahLst/>
            <a:cxnLst/>
            <a:rect r="r" b="b" t="t" l="l"/>
            <a:pathLst>
              <a:path h="4146801" w="5334661">
                <a:moveTo>
                  <a:pt x="0" y="0"/>
                </a:moveTo>
                <a:lnTo>
                  <a:pt x="5334661" y="0"/>
                </a:lnTo>
                <a:lnTo>
                  <a:pt x="5334661" y="4146801"/>
                </a:lnTo>
                <a:lnTo>
                  <a:pt x="0" y="41468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82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692105" y="1765497"/>
            <a:ext cx="1195930" cy="82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</a:pPr>
            <a:r>
              <a:rPr lang="en-US" b="true" sz="4339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92105" y="4643542"/>
            <a:ext cx="1195930" cy="82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</a:pPr>
            <a:r>
              <a:rPr lang="en-US" b="true" sz="4339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92105" y="7521578"/>
            <a:ext cx="1195930" cy="82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</a:pPr>
            <a:r>
              <a:rPr lang="en-US" b="true" sz="4339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84831" y="1388574"/>
            <a:ext cx="5613916" cy="65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b="true" sz="36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Solution 1 (The Wearable)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84831" y="4266609"/>
            <a:ext cx="6324005" cy="65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b="true" sz="36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Solution 2 (The AI Algorithm)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84831" y="7144655"/>
            <a:ext cx="6452592" cy="65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b="true" sz="36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Solution 3(Holistic Remedies)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84831" y="2171481"/>
            <a:ext cx="5527824" cy="1267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 d</a:t>
            </a: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evice equipped with high-precision biosensors designed to measure Ayurvedic pulse characteristics.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84831" y="5049517"/>
            <a:ext cx="5527824" cy="1267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Custom </a:t>
            </a: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software that applies traditional Ayurvedic logic to digital sensor data to identify imbalances.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84831" y="7927562"/>
            <a:ext cx="5527824" cy="1267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Direct delivery of customized remedies—including diet, herbs, yoga, and meditation—via the app interface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888" r="0" b="-38888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4036552"/>
            <a:ext cx="5066795" cy="5488448"/>
          </a:xfrm>
          <a:custGeom>
            <a:avLst/>
            <a:gdLst/>
            <a:ahLst/>
            <a:cxnLst/>
            <a:rect r="r" b="b" t="t" l="l"/>
            <a:pathLst>
              <a:path h="5488448" w="5066795">
                <a:moveTo>
                  <a:pt x="0" y="0"/>
                </a:moveTo>
                <a:lnTo>
                  <a:pt x="5066795" y="0"/>
                </a:lnTo>
                <a:lnTo>
                  <a:pt x="5066795" y="5488448"/>
                </a:lnTo>
                <a:lnTo>
                  <a:pt x="0" y="54884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10607" y="4036552"/>
            <a:ext cx="5066795" cy="5488448"/>
          </a:xfrm>
          <a:custGeom>
            <a:avLst/>
            <a:gdLst/>
            <a:ahLst/>
            <a:cxnLst/>
            <a:rect r="r" b="b" t="t" l="l"/>
            <a:pathLst>
              <a:path h="5488448" w="5066795">
                <a:moveTo>
                  <a:pt x="0" y="0"/>
                </a:moveTo>
                <a:lnTo>
                  <a:pt x="5066795" y="0"/>
                </a:lnTo>
                <a:lnTo>
                  <a:pt x="5066795" y="5488448"/>
                </a:lnTo>
                <a:lnTo>
                  <a:pt x="0" y="54884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1743" y="4036552"/>
            <a:ext cx="5066795" cy="5488448"/>
          </a:xfrm>
          <a:custGeom>
            <a:avLst/>
            <a:gdLst/>
            <a:ahLst/>
            <a:cxnLst/>
            <a:rect r="r" b="b" t="t" l="l"/>
            <a:pathLst>
              <a:path h="5488448" w="5066795">
                <a:moveTo>
                  <a:pt x="0" y="0"/>
                </a:moveTo>
                <a:lnTo>
                  <a:pt x="5066795" y="0"/>
                </a:lnTo>
                <a:lnTo>
                  <a:pt x="5066795" y="5488448"/>
                </a:lnTo>
                <a:lnTo>
                  <a:pt x="0" y="54884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102758" y="2721883"/>
            <a:ext cx="2918670" cy="2918670"/>
            <a:chOff x="0" y="0"/>
            <a:chExt cx="3891559" cy="38915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91534" cy="3891534"/>
            </a:xfrm>
            <a:custGeom>
              <a:avLst/>
              <a:gdLst/>
              <a:ahLst/>
              <a:cxnLst/>
              <a:rect r="r" b="b" t="t" l="l"/>
              <a:pathLst>
                <a:path h="3891534" w="3891534">
                  <a:moveTo>
                    <a:pt x="2741930" y="0"/>
                  </a:moveTo>
                  <a:lnTo>
                    <a:pt x="1149604" y="0"/>
                  </a:lnTo>
                  <a:cubicBezTo>
                    <a:pt x="514477" y="0"/>
                    <a:pt x="0" y="514477"/>
                    <a:pt x="0" y="1149604"/>
                  </a:cubicBezTo>
                  <a:lnTo>
                    <a:pt x="0" y="2741930"/>
                  </a:lnTo>
                  <a:cubicBezTo>
                    <a:pt x="0" y="3377057"/>
                    <a:pt x="514477" y="3891534"/>
                    <a:pt x="1149604" y="3891534"/>
                  </a:cubicBezTo>
                  <a:lnTo>
                    <a:pt x="2741930" y="3891534"/>
                  </a:lnTo>
                  <a:cubicBezTo>
                    <a:pt x="3377057" y="3891534"/>
                    <a:pt x="3891534" y="3377057"/>
                    <a:pt x="3891534" y="2741930"/>
                  </a:cubicBezTo>
                  <a:lnTo>
                    <a:pt x="3891534" y="1149604"/>
                  </a:lnTo>
                  <a:cubicBezTo>
                    <a:pt x="3891534" y="514477"/>
                    <a:pt x="3377057" y="0"/>
                    <a:pt x="274193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684665" y="2721883"/>
            <a:ext cx="2918670" cy="2918670"/>
            <a:chOff x="0" y="0"/>
            <a:chExt cx="3891559" cy="38915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91534" cy="3891534"/>
            </a:xfrm>
            <a:custGeom>
              <a:avLst/>
              <a:gdLst/>
              <a:ahLst/>
              <a:cxnLst/>
              <a:rect r="r" b="b" t="t" l="l"/>
              <a:pathLst>
                <a:path h="3891534" w="3891534">
                  <a:moveTo>
                    <a:pt x="2741930" y="0"/>
                  </a:moveTo>
                  <a:lnTo>
                    <a:pt x="1149604" y="0"/>
                  </a:lnTo>
                  <a:cubicBezTo>
                    <a:pt x="514477" y="0"/>
                    <a:pt x="0" y="514477"/>
                    <a:pt x="0" y="1149604"/>
                  </a:cubicBezTo>
                  <a:lnTo>
                    <a:pt x="0" y="2741930"/>
                  </a:lnTo>
                  <a:cubicBezTo>
                    <a:pt x="0" y="3377057"/>
                    <a:pt x="514477" y="3891534"/>
                    <a:pt x="1149604" y="3891534"/>
                  </a:cubicBezTo>
                  <a:lnTo>
                    <a:pt x="2741930" y="3891534"/>
                  </a:lnTo>
                  <a:cubicBezTo>
                    <a:pt x="3377057" y="3891534"/>
                    <a:pt x="3891534" y="3377057"/>
                    <a:pt x="3891534" y="2741930"/>
                  </a:cubicBezTo>
                  <a:lnTo>
                    <a:pt x="3891534" y="1149604"/>
                  </a:lnTo>
                  <a:cubicBezTo>
                    <a:pt x="3891534" y="514477"/>
                    <a:pt x="3377057" y="0"/>
                    <a:pt x="274193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268068" y="2721883"/>
            <a:ext cx="2918670" cy="2918670"/>
            <a:chOff x="0" y="0"/>
            <a:chExt cx="3891559" cy="38915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91534" cy="3891534"/>
            </a:xfrm>
            <a:custGeom>
              <a:avLst/>
              <a:gdLst/>
              <a:ahLst/>
              <a:cxnLst/>
              <a:rect r="r" b="b" t="t" l="l"/>
              <a:pathLst>
                <a:path h="3891534" w="3891534">
                  <a:moveTo>
                    <a:pt x="2741930" y="0"/>
                  </a:moveTo>
                  <a:lnTo>
                    <a:pt x="1149604" y="0"/>
                  </a:lnTo>
                  <a:cubicBezTo>
                    <a:pt x="514477" y="0"/>
                    <a:pt x="0" y="514477"/>
                    <a:pt x="0" y="1149604"/>
                  </a:cubicBezTo>
                  <a:lnTo>
                    <a:pt x="0" y="2741930"/>
                  </a:lnTo>
                  <a:cubicBezTo>
                    <a:pt x="0" y="3377057"/>
                    <a:pt x="514477" y="3891534"/>
                    <a:pt x="1149604" y="3891534"/>
                  </a:cubicBezTo>
                  <a:lnTo>
                    <a:pt x="2741930" y="3891534"/>
                  </a:lnTo>
                  <a:cubicBezTo>
                    <a:pt x="3377057" y="3891534"/>
                    <a:pt x="3891534" y="3377057"/>
                    <a:pt x="3891534" y="2741930"/>
                  </a:cubicBezTo>
                  <a:lnTo>
                    <a:pt x="3891534" y="1149604"/>
                  </a:lnTo>
                  <a:cubicBezTo>
                    <a:pt x="3891534" y="514477"/>
                    <a:pt x="3377057" y="0"/>
                    <a:pt x="274193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346" r="0" b="-1347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11100" y="5997626"/>
            <a:ext cx="4456557" cy="63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5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The Holi</a:t>
            </a:r>
            <a:r>
              <a:rPr lang="en-US" b="true" sz="35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stic Seeker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32388" y="6666476"/>
            <a:ext cx="3659019" cy="2313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4"/>
              </a:lnSpc>
            </a:pPr>
            <a:r>
              <a:rPr lang="en-US" sz="22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Ind</a:t>
            </a:r>
            <a:r>
              <a:rPr lang="en-US" sz="22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ividuals looking for natural lifestyle corrections and root-cause health insights rather than just numbers.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44698" y="5761220"/>
            <a:ext cx="4599681" cy="127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5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Ayurv</a:t>
            </a:r>
            <a:r>
              <a:rPr lang="en-US" b="true" sz="35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edic Practitioners/Patients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15029" y="7146808"/>
            <a:ext cx="3659019" cy="1847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4"/>
              </a:lnSpc>
            </a:pPr>
            <a:r>
              <a:rPr lang="en-US" sz="22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Peop</a:t>
            </a:r>
            <a:r>
              <a:rPr lang="en-US" sz="22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le already following Ayurveda who need a digital tool for consistent monitoring.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99124" y="5761220"/>
            <a:ext cx="4456557" cy="1274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5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Th</a:t>
            </a:r>
            <a:r>
              <a:rPr lang="en-US" b="true" sz="35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e Preventive Health Enthusiast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95859" y="7146808"/>
            <a:ext cx="3659019" cy="1847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4"/>
              </a:lnSpc>
            </a:pPr>
            <a:r>
              <a:rPr lang="en-US" sz="22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Use</a:t>
            </a:r>
            <a:r>
              <a:rPr lang="en-US" sz="22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rs aiming to prevent chronic health issues through real-time, personalized monitoring.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73300" y="991505"/>
            <a:ext cx="13941409" cy="119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80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Target User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888" r="0" b="-38888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884034"/>
            <a:ext cx="16230600" cy="3762842"/>
          </a:xfrm>
          <a:custGeom>
            <a:avLst/>
            <a:gdLst/>
            <a:ahLst/>
            <a:cxnLst/>
            <a:rect r="r" b="b" t="t" l="l"/>
            <a:pathLst>
              <a:path h="3762842" w="16230600">
                <a:moveTo>
                  <a:pt x="0" y="0"/>
                </a:moveTo>
                <a:lnTo>
                  <a:pt x="16230600" y="0"/>
                </a:lnTo>
                <a:lnTo>
                  <a:pt x="16230600" y="3762842"/>
                </a:lnTo>
                <a:lnTo>
                  <a:pt x="0" y="3762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072748"/>
            <a:ext cx="3761489" cy="4185552"/>
          </a:xfrm>
          <a:custGeom>
            <a:avLst/>
            <a:gdLst/>
            <a:ahLst/>
            <a:cxnLst/>
            <a:rect r="r" b="b" t="t" l="l"/>
            <a:pathLst>
              <a:path h="4185552" w="3761489">
                <a:moveTo>
                  <a:pt x="0" y="0"/>
                </a:moveTo>
                <a:lnTo>
                  <a:pt x="3761489" y="0"/>
                </a:lnTo>
                <a:lnTo>
                  <a:pt x="3761489" y="4185552"/>
                </a:lnTo>
                <a:lnTo>
                  <a:pt x="0" y="4185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85067" y="5072748"/>
            <a:ext cx="3761489" cy="4185552"/>
          </a:xfrm>
          <a:custGeom>
            <a:avLst/>
            <a:gdLst/>
            <a:ahLst/>
            <a:cxnLst/>
            <a:rect r="r" b="b" t="t" l="l"/>
            <a:pathLst>
              <a:path h="4185552" w="3761489">
                <a:moveTo>
                  <a:pt x="0" y="0"/>
                </a:moveTo>
                <a:lnTo>
                  <a:pt x="3761489" y="0"/>
                </a:lnTo>
                <a:lnTo>
                  <a:pt x="3761489" y="4185552"/>
                </a:lnTo>
                <a:lnTo>
                  <a:pt x="0" y="4185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41444" y="5072748"/>
            <a:ext cx="3761489" cy="4185552"/>
          </a:xfrm>
          <a:custGeom>
            <a:avLst/>
            <a:gdLst/>
            <a:ahLst/>
            <a:cxnLst/>
            <a:rect r="r" b="b" t="t" l="l"/>
            <a:pathLst>
              <a:path h="4185552" w="3761489">
                <a:moveTo>
                  <a:pt x="0" y="0"/>
                </a:moveTo>
                <a:lnTo>
                  <a:pt x="3761489" y="0"/>
                </a:lnTo>
                <a:lnTo>
                  <a:pt x="3761489" y="4185552"/>
                </a:lnTo>
                <a:lnTo>
                  <a:pt x="0" y="4185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97811" y="5072748"/>
            <a:ext cx="3761489" cy="4185552"/>
          </a:xfrm>
          <a:custGeom>
            <a:avLst/>
            <a:gdLst/>
            <a:ahLst/>
            <a:cxnLst/>
            <a:rect r="r" b="b" t="t" l="l"/>
            <a:pathLst>
              <a:path h="4185552" w="3761489">
                <a:moveTo>
                  <a:pt x="0" y="0"/>
                </a:moveTo>
                <a:lnTo>
                  <a:pt x="3761489" y="0"/>
                </a:lnTo>
                <a:lnTo>
                  <a:pt x="3761489" y="4185552"/>
                </a:lnTo>
                <a:lnTo>
                  <a:pt x="0" y="4185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300392" y="5668051"/>
            <a:ext cx="1218114" cy="1063076"/>
            <a:chOff x="0" y="0"/>
            <a:chExt cx="1624152" cy="14174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24203" cy="1417447"/>
            </a:xfrm>
            <a:custGeom>
              <a:avLst/>
              <a:gdLst/>
              <a:ahLst/>
              <a:cxnLst/>
              <a:rect r="r" b="b" t="t" l="l"/>
              <a:pathLst>
                <a:path h="1417447" w="1624203">
                  <a:moveTo>
                    <a:pt x="0" y="0"/>
                  </a:moveTo>
                  <a:lnTo>
                    <a:pt x="1624203" y="0"/>
                  </a:lnTo>
                  <a:lnTo>
                    <a:pt x="1624203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3" t="0" r="-9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662795" y="5668051"/>
            <a:ext cx="856259" cy="1063076"/>
            <a:chOff x="0" y="0"/>
            <a:chExt cx="1141679" cy="14174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41730" cy="1417447"/>
            </a:xfrm>
            <a:custGeom>
              <a:avLst/>
              <a:gdLst/>
              <a:ahLst/>
              <a:cxnLst/>
              <a:rect r="r" b="b" t="t" l="l"/>
              <a:pathLst>
                <a:path h="1417447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4" r="4" b="-2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606288" y="5668051"/>
            <a:ext cx="1231802" cy="1063076"/>
            <a:chOff x="0" y="0"/>
            <a:chExt cx="1642402" cy="14174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2364" cy="1417447"/>
            </a:xfrm>
            <a:custGeom>
              <a:avLst/>
              <a:gdLst/>
              <a:ahLst/>
              <a:cxnLst/>
              <a:rect r="r" b="b" t="t" l="l"/>
              <a:pathLst>
                <a:path h="1417447" w="1642364">
                  <a:moveTo>
                    <a:pt x="0" y="0"/>
                  </a:moveTo>
                  <a:lnTo>
                    <a:pt x="1642364" y="0"/>
                  </a:lnTo>
                  <a:lnTo>
                    <a:pt x="1642364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51" t="0" r="-5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817433" y="5668051"/>
            <a:ext cx="1122255" cy="1063076"/>
            <a:chOff x="0" y="0"/>
            <a:chExt cx="1496339" cy="14174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96314" cy="1417447"/>
            </a:xfrm>
            <a:custGeom>
              <a:avLst/>
              <a:gdLst/>
              <a:ahLst/>
              <a:cxnLst/>
              <a:rect r="r" b="b" t="t" l="l"/>
              <a:pathLst>
                <a:path h="1417447" w="1496314">
                  <a:moveTo>
                    <a:pt x="0" y="0"/>
                  </a:moveTo>
                  <a:lnTo>
                    <a:pt x="1496314" y="0"/>
                  </a:lnTo>
                  <a:lnTo>
                    <a:pt x="1496314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36" r="-1" b="-36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858435" y="2903391"/>
            <a:ext cx="10571121" cy="97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0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Your main Competitors and their products, how are they different and what value do you provide to your customers?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19796" y="1813970"/>
            <a:ext cx="11648399" cy="119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80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Competitive Analysis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8788" y="6751193"/>
            <a:ext cx="3361401" cy="166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000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Generic Smartwatches:</a:t>
            </a:r>
            <a:r>
              <a:rPr lang="en-US" sz="20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Provide BP and SpO2 but lack personalization and root-cause diagnosis.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10224" y="6751193"/>
            <a:ext cx="3361401" cy="2088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000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Manual Nad</a:t>
            </a:r>
            <a:r>
              <a:rPr lang="en-US" b="true" sz="2000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i Pariksha:</a:t>
            </a:r>
            <a:r>
              <a:rPr lang="en-US" sz="20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Highly accurate but requires a physical visit to a specialist; not available 24/7.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41488" y="6751193"/>
            <a:ext cx="3361401" cy="250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000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AyurPuls</a:t>
            </a:r>
            <a:r>
              <a:rPr lang="en-US" b="true" sz="2000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e Value Prop:</a:t>
            </a:r>
            <a:r>
              <a:rPr lang="en-US" sz="20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Provides the accuracy of ancient pulse diagnosis with the convenience of 24/7 wearable technology.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97855" y="7019925"/>
            <a:ext cx="3361401" cy="166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000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Unproffessional Watches:</a:t>
            </a:r>
            <a:r>
              <a:rPr lang="en-US" sz="20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current market haves fake sensors watches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888" r="0" b="-38888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884034"/>
            <a:ext cx="16230600" cy="3762842"/>
          </a:xfrm>
          <a:custGeom>
            <a:avLst/>
            <a:gdLst/>
            <a:ahLst/>
            <a:cxnLst/>
            <a:rect r="r" b="b" t="t" l="l"/>
            <a:pathLst>
              <a:path h="3762842" w="16230600">
                <a:moveTo>
                  <a:pt x="0" y="0"/>
                </a:moveTo>
                <a:lnTo>
                  <a:pt x="16230600" y="0"/>
                </a:lnTo>
                <a:lnTo>
                  <a:pt x="16230600" y="3762842"/>
                </a:lnTo>
                <a:lnTo>
                  <a:pt x="0" y="3762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7225" y="5372367"/>
            <a:ext cx="3372964" cy="3131201"/>
          </a:xfrm>
          <a:custGeom>
            <a:avLst/>
            <a:gdLst/>
            <a:ahLst/>
            <a:cxnLst/>
            <a:rect r="r" b="b" t="t" l="l"/>
            <a:pathLst>
              <a:path h="3131201" w="3372964">
                <a:moveTo>
                  <a:pt x="0" y="0"/>
                </a:moveTo>
                <a:lnTo>
                  <a:pt x="3372964" y="0"/>
                </a:lnTo>
                <a:lnTo>
                  <a:pt x="3372964" y="3131201"/>
                </a:lnTo>
                <a:lnTo>
                  <a:pt x="0" y="31312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46881" y="5372367"/>
            <a:ext cx="3372964" cy="3131201"/>
          </a:xfrm>
          <a:custGeom>
            <a:avLst/>
            <a:gdLst/>
            <a:ahLst/>
            <a:cxnLst/>
            <a:rect r="r" b="b" t="t" l="l"/>
            <a:pathLst>
              <a:path h="3131201" w="3372964">
                <a:moveTo>
                  <a:pt x="0" y="0"/>
                </a:moveTo>
                <a:lnTo>
                  <a:pt x="3372964" y="0"/>
                </a:lnTo>
                <a:lnTo>
                  <a:pt x="3372964" y="3131201"/>
                </a:lnTo>
                <a:lnTo>
                  <a:pt x="0" y="31312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70946" y="5372367"/>
            <a:ext cx="3372964" cy="3131201"/>
          </a:xfrm>
          <a:custGeom>
            <a:avLst/>
            <a:gdLst/>
            <a:ahLst/>
            <a:cxnLst/>
            <a:rect r="r" b="b" t="t" l="l"/>
            <a:pathLst>
              <a:path h="3131201" w="3372964">
                <a:moveTo>
                  <a:pt x="0" y="0"/>
                </a:moveTo>
                <a:lnTo>
                  <a:pt x="3372964" y="0"/>
                </a:lnTo>
                <a:lnTo>
                  <a:pt x="3372964" y="3131201"/>
                </a:lnTo>
                <a:lnTo>
                  <a:pt x="0" y="31312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01145" y="5355279"/>
            <a:ext cx="3372964" cy="3131201"/>
          </a:xfrm>
          <a:custGeom>
            <a:avLst/>
            <a:gdLst/>
            <a:ahLst/>
            <a:cxnLst/>
            <a:rect r="r" b="b" t="t" l="l"/>
            <a:pathLst>
              <a:path h="3131201" w="3372964">
                <a:moveTo>
                  <a:pt x="0" y="0"/>
                </a:moveTo>
                <a:lnTo>
                  <a:pt x="3372964" y="0"/>
                </a:lnTo>
                <a:lnTo>
                  <a:pt x="3372964" y="3131201"/>
                </a:lnTo>
                <a:lnTo>
                  <a:pt x="0" y="31312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48970" y="7678074"/>
            <a:ext cx="1509465" cy="1580226"/>
          </a:xfrm>
          <a:custGeom>
            <a:avLst/>
            <a:gdLst/>
            <a:ahLst/>
            <a:cxnLst/>
            <a:rect r="r" b="b" t="t" l="l"/>
            <a:pathLst>
              <a:path h="1580226" w="1509465">
                <a:moveTo>
                  <a:pt x="0" y="0"/>
                </a:moveTo>
                <a:lnTo>
                  <a:pt x="1509465" y="0"/>
                </a:lnTo>
                <a:lnTo>
                  <a:pt x="1509465" y="1580226"/>
                </a:lnTo>
                <a:lnTo>
                  <a:pt x="0" y="1580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78626" y="7678074"/>
            <a:ext cx="1509465" cy="1580226"/>
          </a:xfrm>
          <a:custGeom>
            <a:avLst/>
            <a:gdLst/>
            <a:ahLst/>
            <a:cxnLst/>
            <a:rect r="r" b="b" t="t" l="l"/>
            <a:pathLst>
              <a:path h="1580226" w="1509465">
                <a:moveTo>
                  <a:pt x="0" y="0"/>
                </a:moveTo>
                <a:lnTo>
                  <a:pt x="1509465" y="0"/>
                </a:lnTo>
                <a:lnTo>
                  <a:pt x="1509465" y="1580226"/>
                </a:lnTo>
                <a:lnTo>
                  <a:pt x="0" y="1580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402700" y="7678074"/>
            <a:ext cx="1509465" cy="1580226"/>
          </a:xfrm>
          <a:custGeom>
            <a:avLst/>
            <a:gdLst/>
            <a:ahLst/>
            <a:cxnLst/>
            <a:rect r="r" b="b" t="t" l="l"/>
            <a:pathLst>
              <a:path h="1580226" w="1509465">
                <a:moveTo>
                  <a:pt x="0" y="0"/>
                </a:moveTo>
                <a:lnTo>
                  <a:pt x="1509465" y="0"/>
                </a:lnTo>
                <a:lnTo>
                  <a:pt x="1509465" y="1580226"/>
                </a:lnTo>
                <a:lnTo>
                  <a:pt x="0" y="1580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426765" y="7678074"/>
            <a:ext cx="1509465" cy="1580226"/>
          </a:xfrm>
          <a:custGeom>
            <a:avLst/>
            <a:gdLst/>
            <a:ahLst/>
            <a:cxnLst/>
            <a:rect r="r" b="b" t="t" l="l"/>
            <a:pathLst>
              <a:path h="1580226" w="1509465">
                <a:moveTo>
                  <a:pt x="0" y="0"/>
                </a:moveTo>
                <a:lnTo>
                  <a:pt x="1509465" y="0"/>
                </a:lnTo>
                <a:lnTo>
                  <a:pt x="1509465" y="1580226"/>
                </a:lnTo>
                <a:lnTo>
                  <a:pt x="0" y="1580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rot="100860">
            <a:off x="3819782" y="8474993"/>
            <a:ext cx="2597506" cy="0"/>
          </a:xfrm>
          <a:prstGeom prst="line">
            <a:avLst/>
          </a:prstGeom>
          <a:ln cap="rnd" w="57150">
            <a:solidFill>
              <a:srgbClr val="1A1A1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" id="14"/>
          <p:cNvSpPr/>
          <p:nvPr/>
        </p:nvSpPr>
        <p:spPr>
          <a:xfrm rot="100860">
            <a:off x="7849438" y="8436893"/>
            <a:ext cx="2597506" cy="0"/>
          </a:xfrm>
          <a:prstGeom prst="line">
            <a:avLst/>
          </a:prstGeom>
          <a:ln cap="rnd" w="57150">
            <a:solidFill>
              <a:srgbClr val="1A1A1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" id="15"/>
          <p:cNvSpPr/>
          <p:nvPr/>
        </p:nvSpPr>
        <p:spPr>
          <a:xfrm rot="100860">
            <a:off x="11873503" y="8436893"/>
            <a:ext cx="2597506" cy="0"/>
          </a:xfrm>
          <a:prstGeom prst="line">
            <a:avLst/>
          </a:prstGeom>
          <a:ln cap="rnd" w="57150">
            <a:solidFill>
              <a:srgbClr val="1A1A1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2624014" y="8084048"/>
            <a:ext cx="959387" cy="839029"/>
            <a:chOff x="0" y="0"/>
            <a:chExt cx="1279182" cy="11187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79144" cy="1118743"/>
            </a:xfrm>
            <a:custGeom>
              <a:avLst/>
              <a:gdLst/>
              <a:ahLst/>
              <a:cxnLst/>
              <a:rect r="r" b="b" t="t" l="l"/>
              <a:pathLst>
                <a:path h="1118743" w="1279144">
                  <a:moveTo>
                    <a:pt x="0" y="0"/>
                  </a:moveTo>
                  <a:lnTo>
                    <a:pt x="1279144" y="0"/>
                  </a:lnTo>
                  <a:lnTo>
                    <a:pt x="1279144" y="1118743"/>
                  </a:lnTo>
                  <a:lnTo>
                    <a:pt x="0" y="1118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6" r="-2" b="-2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602092" y="8244402"/>
            <a:ext cx="1056951" cy="594531"/>
            <a:chOff x="0" y="0"/>
            <a:chExt cx="1409268" cy="7927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09319" cy="792734"/>
            </a:xfrm>
            <a:custGeom>
              <a:avLst/>
              <a:gdLst/>
              <a:ahLst/>
              <a:cxnLst/>
              <a:rect r="r" b="b" t="t" l="l"/>
              <a:pathLst>
                <a:path h="792734" w="1409319">
                  <a:moveTo>
                    <a:pt x="0" y="0"/>
                  </a:moveTo>
                  <a:lnTo>
                    <a:pt x="1409319" y="0"/>
                  </a:lnTo>
                  <a:lnTo>
                    <a:pt x="1409319" y="792734"/>
                  </a:lnTo>
                  <a:lnTo>
                    <a:pt x="0" y="792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52" r="3" b="-5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616832" y="8155238"/>
            <a:ext cx="1081211" cy="662483"/>
            <a:chOff x="0" y="0"/>
            <a:chExt cx="1441615" cy="8833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41577" cy="883285"/>
            </a:xfrm>
            <a:custGeom>
              <a:avLst/>
              <a:gdLst/>
              <a:ahLst/>
              <a:cxnLst/>
              <a:rect r="r" b="b" t="t" l="l"/>
              <a:pathLst>
                <a:path h="883285" w="1441577">
                  <a:moveTo>
                    <a:pt x="0" y="0"/>
                  </a:moveTo>
                  <a:lnTo>
                    <a:pt x="1441577" y="0"/>
                  </a:lnTo>
                  <a:lnTo>
                    <a:pt x="1441577" y="883285"/>
                  </a:lnTo>
                  <a:lnTo>
                    <a:pt x="0" y="883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4" r="-2" b="-17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840283" y="7976626"/>
            <a:ext cx="694677" cy="1019708"/>
            <a:chOff x="0" y="0"/>
            <a:chExt cx="926236" cy="13596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26211" cy="1359662"/>
            </a:xfrm>
            <a:custGeom>
              <a:avLst/>
              <a:gdLst/>
              <a:ahLst/>
              <a:cxnLst/>
              <a:rect r="r" b="b" t="t" l="l"/>
              <a:pathLst>
                <a:path h="1359662" w="926211">
                  <a:moveTo>
                    <a:pt x="0" y="0"/>
                  </a:moveTo>
                  <a:lnTo>
                    <a:pt x="926211" y="0"/>
                  </a:lnTo>
                  <a:lnTo>
                    <a:pt x="926211" y="1359662"/>
                  </a:lnTo>
                  <a:lnTo>
                    <a:pt x="0" y="1359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41" t="0" r="-45" b="3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2605490" y="6880060"/>
            <a:ext cx="996434" cy="44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4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2026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20403" y="5915177"/>
            <a:ext cx="2966609" cy="997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6"/>
              </a:lnSpc>
            </a:pPr>
            <a:r>
              <a:rPr lang="en-US" b="true" sz="42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Prototype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95352" y="2852404"/>
            <a:ext cx="9297295" cy="1019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0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What are your next steps and goals?</a:t>
            </a:r>
          </a:p>
          <a:p>
            <a:pPr algn="ctr">
              <a:lnSpc>
                <a:spcPts val="4030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How much support do you need and what will it get you?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319796" y="1813970"/>
            <a:ext cx="11648399" cy="119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8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Future Roadmap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25926" y="6880060"/>
            <a:ext cx="1009293" cy="44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4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2026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47268" y="5915177"/>
            <a:ext cx="2966609" cy="997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6"/>
              </a:lnSpc>
            </a:pPr>
            <a:r>
              <a:rPr lang="en-US" b="true" sz="42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Launch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604511" y="6880060"/>
            <a:ext cx="1105852" cy="44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4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2026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74133" y="5915177"/>
            <a:ext cx="2966609" cy="997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6"/>
              </a:lnSpc>
            </a:pPr>
            <a:r>
              <a:rPr lang="en-US" b="true" sz="42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Validate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639413" y="6880060"/>
            <a:ext cx="1089779" cy="44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4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12 </a:t>
            </a: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00989" y="5915177"/>
            <a:ext cx="2966609" cy="997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6"/>
              </a:lnSpc>
            </a:pPr>
            <a:r>
              <a:rPr lang="en-US" b="true" sz="42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Improve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888" r="0" b="-3888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833851" y="2461146"/>
            <a:ext cx="11057020" cy="1239526"/>
            <a:chOff x="0" y="0"/>
            <a:chExt cx="14742693" cy="16527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2694" cy="1652778"/>
            </a:xfrm>
            <a:custGeom>
              <a:avLst/>
              <a:gdLst/>
              <a:ahLst/>
              <a:cxnLst/>
              <a:rect r="r" b="b" t="t" l="l"/>
              <a:pathLst>
                <a:path h="1652778" w="14742694">
                  <a:moveTo>
                    <a:pt x="14601969" y="1652651"/>
                  </a:moveTo>
                  <a:lnTo>
                    <a:pt x="140724" y="1652651"/>
                  </a:lnTo>
                  <a:cubicBezTo>
                    <a:pt x="63180" y="1652651"/>
                    <a:pt x="0" y="1572895"/>
                    <a:pt x="0" y="1474851"/>
                  </a:cubicBezTo>
                  <a:lnTo>
                    <a:pt x="0" y="177927"/>
                  </a:lnTo>
                  <a:cubicBezTo>
                    <a:pt x="0" y="79883"/>
                    <a:pt x="63180" y="0"/>
                    <a:pt x="140724" y="0"/>
                  </a:cubicBezTo>
                  <a:lnTo>
                    <a:pt x="14601969" y="0"/>
                  </a:lnTo>
                  <a:cubicBezTo>
                    <a:pt x="14679513" y="0"/>
                    <a:pt x="14742694" y="79883"/>
                    <a:pt x="14742694" y="177927"/>
                  </a:cubicBezTo>
                  <a:lnTo>
                    <a:pt x="14742694" y="1474851"/>
                  </a:lnTo>
                  <a:cubicBezTo>
                    <a:pt x="14742694" y="1572895"/>
                    <a:pt x="14679513" y="1652778"/>
                    <a:pt x="14601969" y="1652778"/>
                  </a:cubicBezTo>
                  <a:close/>
                </a:path>
              </a:pathLst>
            </a:custGeom>
            <a:solidFill>
              <a:srgbClr val="5563E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4021" y="2461146"/>
            <a:ext cx="3202343" cy="1239526"/>
            <a:chOff x="0" y="0"/>
            <a:chExt cx="4269791" cy="16527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69867" cy="1652778"/>
            </a:xfrm>
            <a:custGeom>
              <a:avLst/>
              <a:gdLst/>
              <a:ahLst/>
              <a:cxnLst/>
              <a:rect r="r" b="b" t="t" l="l"/>
              <a:pathLst>
                <a:path h="1652778" w="4269867">
                  <a:moveTo>
                    <a:pt x="4091940" y="1652651"/>
                  </a:moveTo>
                  <a:lnTo>
                    <a:pt x="177927" y="1652651"/>
                  </a:lnTo>
                  <a:cubicBezTo>
                    <a:pt x="79883" y="1652651"/>
                    <a:pt x="0" y="1572895"/>
                    <a:pt x="0" y="1474851"/>
                  </a:cubicBezTo>
                  <a:lnTo>
                    <a:pt x="0" y="177927"/>
                  </a:lnTo>
                  <a:cubicBezTo>
                    <a:pt x="0" y="79883"/>
                    <a:pt x="79883" y="0"/>
                    <a:pt x="177927" y="0"/>
                  </a:cubicBezTo>
                  <a:lnTo>
                    <a:pt x="4091940" y="0"/>
                  </a:lnTo>
                  <a:cubicBezTo>
                    <a:pt x="4189984" y="0"/>
                    <a:pt x="4269867" y="79883"/>
                    <a:pt x="4269867" y="177927"/>
                  </a:cubicBezTo>
                  <a:lnTo>
                    <a:pt x="4269867" y="1474851"/>
                  </a:lnTo>
                  <a:cubicBezTo>
                    <a:pt x="4269867" y="1572895"/>
                    <a:pt x="4189984" y="1652778"/>
                    <a:pt x="4091940" y="1652778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74021" y="658720"/>
            <a:ext cx="6561792" cy="119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b="true" sz="8000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Thank You!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44600" y="2971371"/>
            <a:ext cx="954881" cy="32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b="true" sz="18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Deepesh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88127" y="2971371"/>
            <a:ext cx="1374696" cy="32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b="true" sz="18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Ankita Arora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18590" y="2971371"/>
            <a:ext cx="751165" cy="32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b="true" sz="18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Yaman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90375" y="2971371"/>
            <a:ext cx="840343" cy="32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b="true" sz="18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Mayank</a:t>
            </a:r>
          </a:p>
        </p:txBody>
      </p:sp>
      <p:grpSp>
        <p:nvGrpSpPr>
          <p:cNvPr name="Group 13" id="13"/>
          <p:cNvGrpSpPr/>
          <p:nvPr/>
        </p:nvGrpSpPr>
        <p:grpSpPr>
          <a:xfrm rot="-71580">
            <a:off x="801986" y="6909845"/>
            <a:ext cx="896226" cy="88830"/>
            <a:chOff x="0" y="0"/>
            <a:chExt cx="1194968" cy="118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94943" cy="118491"/>
            </a:xfrm>
            <a:custGeom>
              <a:avLst/>
              <a:gdLst/>
              <a:ahLst/>
              <a:cxnLst/>
              <a:rect r="r" b="b" t="t" l="l"/>
              <a:pathLst>
                <a:path h="118491" w="1194943">
                  <a:moveTo>
                    <a:pt x="0" y="0"/>
                  </a:moveTo>
                  <a:lnTo>
                    <a:pt x="1194943" y="0"/>
                  </a:lnTo>
                  <a:lnTo>
                    <a:pt x="1194943" y="118491"/>
                  </a:lnTo>
                  <a:lnTo>
                    <a:pt x="0" y="118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7638" t="0" r="-67641" b="42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01157" y="6989978"/>
            <a:ext cx="2569750" cy="27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4"/>
              </a:lnSpc>
            </a:pPr>
            <a:r>
              <a:rPr lang="en-US" sz="1200">
                <a:solidFill>
                  <a:srgbClr val="393939"/>
                </a:solidFill>
                <a:latin typeface="Arial"/>
                <a:ea typeface="Arial"/>
                <a:cs typeface="Arial"/>
                <a:sym typeface="Arial"/>
              </a:rPr>
              <a:t>Your E-Mail Address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6406" y="6583004"/>
            <a:ext cx="2564501" cy="28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b="true" sz="1599">
                <a:solidFill>
                  <a:srgbClr val="393939"/>
                </a:solidFill>
                <a:latin typeface="Arial Bold"/>
                <a:ea typeface="Arial Bold"/>
                <a:cs typeface="Arial Bold"/>
                <a:sym typeface="Arial Bold"/>
              </a:rPr>
              <a:t>E-Mail Address</a:t>
            </a:r>
          </a:p>
        </p:txBody>
      </p:sp>
      <p:grpSp>
        <p:nvGrpSpPr>
          <p:cNvPr name="Group 17" id="17"/>
          <p:cNvGrpSpPr/>
          <p:nvPr/>
        </p:nvGrpSpPr>
        <p:grpSpPr>
          <a:xfrm rot="-71580">
            <a:off x="801853" y="5128336"/>
            <a:ext cx="2124256" cy="88830"/>
            <a:chOff x="0" y="0"/>
            <a:chExt cx="2832341" cy="118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32354" cy="118491"/>
            </a:xfrm>
            <a:custGeom>
              <a:avLst/>
              <a:gdLst/>
              <a:ahLst/>
              <a:cxnLst/>
              <a:rect r="r" b="b" t="t" l="l"/>
              <a:pathLst>
                <a:path h="118491" w="2832354">
                  <a:moveTo>
                    <a:pt x="0" y="0"/>
                  </a:moveTo>
                  <a:lnTo>
                    <a:pt x="2832354" y="0"/>
                  </a:lnTo>
                  <a:lnTo>
                    <a:pt x="2832354" y="118491"/>
                  </a:lnTo>
                  <a:lnTo>
                    <a:pt x="0" y="118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5" r="0" b="-321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06406" y="5223681"/>
            <a:ext cx="2564501" cy="27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4"/>
              </a:lnSpc>
            </a:pPr>
            <a:r>
              <a:rPr lang="en-US" sz="1200">
                <a:solidFill>
                  <a:srgbClr val="393939"/>
                </a:solidFill>
                <a:latin typeface="Arial"/>
                <a:ea typeface="Arial"/>
                <a:cs typeface="Arial"/>
                <a:sym typeface="Arial"/>
              </a:rPr>
              <a:t>Your Phone Number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6406" y="4818097"/>
            <a:ext cx="2564501" cy="28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b="true" sz="1599">
                <a:solidFill>
                  <a:srgbClr val="393939"/>
                </a:solidFill>
                <a:latin typeface="Arial Bold"/>
                <a:ea typeface="Arial Bold"/>
                <a:cs typeface="Arial Bold"/>
                <a:sym typeface="Arial Bold"/>
              </a:rPr>
              <a:t>Phone Number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6406" y="8357073"/>
            <a:ext cx="2564501" cy="28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b="true" sz="1599">
                <a:solidFill>
                  <a:srgbClr val="393939"/>
                </a:solidFill>
                <a:latin typeface="Arial Bold"/>
                <a:ea typeface="Arial Bold"/>
                <a:cs typeface="Arial Bold"/>
                <a:sym typeface="Arial Bold"/>
              </a:rPr>
              <a:t>University</a:t>
            </a:r>
          </a:p>
        </p:txBody>
      </p:sp>
      <p:grpSp>
        <p:nvGrpSpPr>
          <p:cNvPr name="Group 22" id="22"/>
          <p:cNvGrpSpPr/>
          <p:nvPr/>
        </p:nvGrpSpPr>
        <p:grpSpPr>
          <a:xfrm rot="-71580">
            <a:off x="807225" y="8657111"/>
            <a:ext cx="1013784" cy="88830"/>
            <a:chOff x="0" y="0"/>
            <a:chExt cx="1351712" cy="118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51661" cy="118491"/>
            </a:xfrm>
            <a:custGeom>
              <a:avLst/>
              <a:gdLst/>
              <a:ahLst/>
              <a:cxnLst/>
              <a:rect r="r" b="b" t="t" l="l"/>
              <a:pathLst>
                <a:path h="118491" w="1351661">
                  <a:moveTo>
                    <a:pt x="0" y="0"/>
                  </a:moveTo>
                  <a:lnTo>
                    <a:pt x="1351661" y="0"/>
                  </a:lnTo>
                  <a:lnTo>
                    <a:pt x="1351661" y="118491"/>
                  </a:lnTo>
                  <a:lnTo>
                    <a:pt x="0" y="118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3997" t="0" r="-54002" b="42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06406" y="8735063"/>
            <a:ext cx="2564501" cy="27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4"/>
              </a:lnSpc>
            </a:pPr>
            <a:r>
              <a:rPr lang="en-US" sz="1200">
                <a:solidFill>
                  <a:srgbClr val="393939"/>
                </a:solidFill>
                <a:latin typeface="Arial"/>
                <a:ea typeface="Arial"/>
                <a:cs typeface="Arial"/>
                <a:sym typeface="Arial"/>
              </a:rPr>
              <a:t>College Name, Year, and Course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833851" y="4416152"/>
            <a:ext cx="2297897" cy="1544450"/>
            <a:chOff x="0" y="0"/>
            <a:chExt cx="3063862" cy="20592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063875" cy="2059305"/>
            </a:xfrm>
            <a:custGeom>
              <a:avLst/>
              <a:gdLst/>
              <a:ahLst/>
              <a:cxnLst/>
              <a:rect r="r" b="b" t="t" l="l"/>
              <a:pathLst>
                <a:path h="2059305" w="3063875">
                  <a:moveTo>
                    <a:pt x="2885948" y="2059305"/>
                  </a:moveTo>
                  <a:lnTo>
                    <a:pt x="177927" y="2059305"/>
                  </a:lnTo>
                  <a:cubicBezTo>
                    <a:pt x="79883" y="2059305"/>
                    <a:pt x="0" y="1979422"/>
                    <a:pt x="0" y="1881378"/>
                  </a:cubicBezTo>
                  <a:lnTo>
                    <a:pt x="0" y="177927"/>
                  </a:lnTo>
                  <a:cubicBezTo>
                    <a:pt x="0" y="79883"/>
                    <a:pt x="79883" y="0"/>
                    <a:pt x="177927" y="0"/>
                  </a:cubicBezTo>
                  <a:lnTo>
                    <a:pt x="2885948" y="0"/>
                  </a:lnTo>
                  <a:cubicBezTo>
                    <a:pt x="2983992" y="0"/>
                    <a:pt x="3063875" y="79883"/>
                    <a:pt x="3063875" y="177927"/>
                  </a:cubicBezTo>
                  <a:lnTo>
                    <a:pt x="3063875" y="1881378"/>
                  </a:lnTo>
                  <a:cubicBezTo>
                    <a:pt x="3063875" y="1979422"/>
                    <a:pt x="2983992" y="2059305"/>
                    <a:pt x="2885948" y="2059305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833851" y="6175715"/>
            <a:ext cx="2297897" cy="1544450"/>
            <a:chOff x="0" y="0"/>
            <a:chExt cx="3063862" cy="205926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063875" cy="2059305"/>
            </a:xfrm>
            <a:custGeom>
              <a:avLst/>
              <a:gdLst/>
              <a:ahLst/>
              <a:cxnLst/>
              <a:rect r="r" b="b" t="t" l="l"/>
              <a:pathLst>
                <a:path h="2059305" w="3063875">
                  <a:moveTo>
                    <a:pt x="2885948" y="2059305"/>
                  </a:moveTo>
                  <a:lnTo>
                    <a:pt x="177927" y="2059305"/>
                  </a:lnTo>
                  <a:cubicBezTo>
                    <a:pt x="79883" y="2059305"/>
                    <a:pt x="0" y="1979422"/>
                    <a:pt x="0" y="1881378"/>
                  </a:cubicBezTo>
                  <a:lnTo>
                    <a:pt x="0" y="177927"/>
                  </a:lnTo>
                  <a:cubicBezTo>
                    <a:pt x="0" y="79883"/>
                    <a:pt x="79883" y="0"/>
                    <a:pt x="177927" y="0"/>
                  </a:cubicBezTo>
                  <a:lnTo>
                    <a:pt x="2885948" y="0"/>
                  </a:lnTo>
                  <a:cubicBezTo>
                    <a:pt x="2983992" y="0"/>
                    <a:pt x="3063875" y="79883"/>
                    <a:pt x="3063875" y="177927"/>
                  </a:cubicBezTo>
                  <a:lnTo>
                    <a:pt x="3063875" y="1881378"/>
                  </a:lnTo>
                  <a:cubicBezTo>
                    <a:pt x="3063875" y="1979422"/>
                    <a:pt x="2983992" y="2059305"/>
                    <a:pt x="2885948" y="2059305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833851" y="7935287"/>
            <a:ext cx="2297897" cy="1544450"/>
            <a:chOff x="0" y="0"/>
            <a:chExt cx="3063862" cy="205926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63875" cy="2059305"/>
            </a:xfrm>
            <a:custGeom>
              <a:avLst/>
              <a:gdLst/>
              <a:ahLst/>
              <a:cxnLst/>
              <a:rect r="r" b="b" t="t" l="l"/>
              <a:pathLst>
                <a:path h="2059305" w="3063875">
                  <a:moveTo>
                    <a:pt x="2885948" y="2059305"/>
                  </a:moveTo>
                  <a:lnTo>
                    <a:pt x="177927" y="2059305"/>
                  </a:lnTo>
                  <a:cubicBezTo>
                    <a:pt x="79883" y="2059305"/>
                    <a:pt x="0" y="1979422"/>
                    <a:pt x="0" y="1881378"/>
                  </a:cubicBezTo>
                  <a:lnTo>
                    <a:pt x="0" y="177927"/>
                  </a:lnTo>
                  <a:cubicBezTo>
                    <a:pt x="0" y="79883"/>
                    <a:pt x="79883" y="0"/>
                    <a:pt x="177927" y="0"/>
                  </a:cubicBezTo>
                  <a:lnTo>
                    <a:pt x="2885948" y="0"/>
                  </a:lnTo>
                  <a:cubicBezTo>
                    <a:pt x="2983992" y="0"/>
                    <a:pt x="3063875" y="79883"/>
                    <a:pt x="3063875" y="177927"/>
                  </a:cubicBezTo>
                  <a:lnTo>
                    <a:pt x="3063875" y="1881378"/>
                  </a:lnTo>
                  <a:cubicBezTo>
                    <a:pt x="3063875" y="1979422"/>
                    <a:pt x="2983992" y="2059305"/>
                    <a:pt x="2885948" y="2059305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4151214" y="4985804"/>
            <a:ext cx="1663170" cy="27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2"/>
              </a:lnSpc>
            </a:pPr>
            <a:r>
              <a:rPr lang="en-US" sz="1299">
                <a:solidFill>
                  <a:srgbClr val="393939"/>
                </a:solidFill>
                <a:latin typeface="Arial"/>
                <a:ea typeface="Arial"/>
                <a:cs typeface="Arial"/>
                <a:sym typeface="Arial"/>
              </a:rPr>
              <a:t>8130846811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151214" y="6745376"/>
            <a:ext cx="1663170" cy="549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2"/>
              </a:lnSpc>
            </a:pPr>
            <a:r>
              <a:rPr lang="en-US" sz="1299">
                <a:solidFill>
                  <a:srgbClr val="393939"/>
                </a:solidFill>
                <a:latin typeface="Arial"/>
                <a:ea typeface="Arial"/>
                <a:cs typeface="Arial"/>
                <a:sym typeface="Arial"/>
              </a:rPr>
              <a:t>deepeshsgt@gmail.com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151214" y="8504949"/>
            <a:ext cx="1663170" cy="27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2"/>
              </a:lnSpc>
            </a:pPr>
            <a:r>
              <a:rPr lang="en-US" sz="1299">
                <a:solidFill>
                  <a:srgbClr val="393939"/>
                </a:solidFill>
                <a:latin typeface="Arial"/>
                <a:ea typeface="Arial"/>
                <a:cs typeface="Arial"/>
                <a:sym typeface="Arial"/>
              </a:rPr>
              <a:t>Sgt university 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3676364" y="5050546"/>
            <a:ext cx="314973" cy="280606"/>
            <a:chOff x="0" y="0"/>
            <a:chExt cx="419964" cy="37414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19989" cy="374142"/>
            </a:xfrm>
            <a:custGeom>
              <a:avLst/>
              <a:gdLst/>
              <a:ahLst/>
              <a:cxnLst/>
              <a:rect r="r" b="b" t="t" l="l"/>
              <a:pathLst>
                <a:path h="374142" w="419989">
                  <a:moveTo>
                    <a:pt x="0" y="0"/>
                  </a:moveTo>
                  <a:lnTo>
                    <a:pt x="419989" y="0"/>
                  </a:lnTo>
                  <a:lnTo>
                    <a:pt x="419989" y="374142"/>
                  </a:lnTo>
                  <a:lnTo>
                    <a:pt x="0" y="37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8" r="6" b="-101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676364" y="6807641"/>
            <a:ext cx="314973" cy="280606"/>
            <a:chOff x="0" y="0"/>
            <a:chExt cx="419964" cy="37414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9989" cy="374142"/>
            </a:xfrm>
            <a:custGeom>
              <a:avLst/>
              <a:gdLst/>
              <a:ahLst/>
              <a:cxnLst/>
              <a:rect r="r" b="b" t="t" l="l"/>
              <a:pathLst>
                <a:path h="374142" w="419989">
                  <a:moveTo>
                    <a:pt x="0" y="0"/>
                  </a:moveTo>
                  <a:lnTo>
                    <a:pt x="419989" y="0"/>
                  </a:lnTo>
                  <a:lnTo>
                    <a:pt x="419989" y="374142"/>
                  </a:lnTo>
                  <a:lnTo>
                    <a:pt x="0" y="37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8" r="6" b="-101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676364" y="8567214"/>
            <a:ext cx="314973" cy="280606"/>
            <a:chOff x="0" y="0"/>
            <a:chExt cx="419964" cy="37414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19989" cy="374142"/>
            </a:xfrm>
            <a:custGeom>
              <a:avLst/>
              <a:gdLst/>
              <a:ahLst/>
              <a:cxnLst/>
              <a:rect r="r" b="b" t="t" l="l"/>
              <a:pathLst>
                <a:path h="374142" w="419989">
                  <a:moveTo>
                    <a:pt x="0" y="0"/>
                  </a:moveTo>
                  <a:lnTo>
                    <a:pt x="419989" y="0"/>
                  </a:lnTo>
                  <a:lnTo>
                    <a:pt x="419989" y="374142"/>
                  </a:lnTo>
                  <a:lnTo>
                    <a:pt x="0" y="37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8" r="6" b="-101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726526" y="4416152"/>
            <a:ext cx="2297897" cy="1544450"/>
            <a:chOff x="0" y="0"/>
            <a:chExt cx="3063862" cy="205926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063875" cy="2059305"/>
            </a:xfrm>
            <a:custGeom>
              <a:avLst/>
              <a:gdLst/>
              <a:ahLst/>
              <a:cxnLst/>
              <a:rect r="r" b="b" t="t" l="l"/>
              <a:pathLst>
                <a:path h="2059305" w="3063875">
                  <a:moveTo>
                    <a:pt x="2885948" y="2059305"/>
                  </a:moveTo>
                  <a:lnTo>
                    <a:pt x="177927" y="2059305"/>
                  </a:lnTo>
                  <a:cubicBezTo>
                    <a:pt x="79883" y="2059305"/>
                    <a:pt x="0" y="1979422"/>
                    <a:pt x="0" y="1881378"/>
                  </a:cubicBezTo>
                  <a:lnTo>
                    <a:pt x="0" y="177927"/>
                  </a:lnTo>
                  <a:cubicBezTo>
                    <a:pt x="0" y="79883"/>
                    <a:pt x="79883" y="0"/>
                    <a:pt x="177927" y="0"/>
                  </a:cubicBezTo>
                  <a:lnTo>
                    <a:pt x="2885948" y="0"/>
                  </a:lnTo>
                  <a:cubicBezTo>
                    <a:pt x="2983992" y="0"/>
                    <a:pt x="3063875" y="79883"/>
                    <a:pt x="3063875" y="177927"/>
                  </a:cubicBezTo>
                  <a:lnTo>
                    <a:pt x="3063875" y="1881378"/>
                  </a:lnTo>
                  <a:cubicBezTo>
                    <a:pt x="3063875" y="1979422"/>
                    <a:pt x="2983992" y="2059305"/>
                    <a:pt x="2885948" y="2059305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726526" y="6175715"/>
            <a:ext cx="2297897" cy="1544450"/>
            <a:chOff x="0" y="0"/>
            <a:chExt cx="3063862" cy="205926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63875" cy="2059305"/>
            </a:xfrm>
            <a:custGeom>
              <a:avLst/>
              <a:gdLst/>
              <a:ahLst/>
              <a:cxnLst/>
              <a:rect r="r" b="b" t="t" l="l"/>
              <a:pathLst>
                <a:path h="2059305" w="3063875">
                  <a:moveTo>
                    <a:pt x="2885948" y="2059305"/>
                  </a:moveTo>
                  <a:lnTo>
                    <a:pt x="177927" y="2059305"/>
                  </a:lnTo>
                  <a:cubicBezTo>
                    <a:pt x="79883" y="2059305"/>
                    <a:pt x="0" y="1979422"/>
                    <a:pt x="0" y="1881378"/>
                  </a:cubicBezTo>
                  <a:lnTo>
                    <a:pt x="0" y="177927"/>
                  </a:lnTo>
                  <a:cubicBezTo>
                    <a:pt x="0" y="79883"/>
                    <a:pt x="79883" y="0"/>
                    <a:pt x="177927" y="0"/>
                  </a:cubicBezTo>
                  <a:lnTo>
                    <a:pt x="2885948" y="0"/>
                  </a:lnTo>
                  <a:cubicBezTo>
                    <a:pt x="2983992" y="0"/>
                    <a:pt x="3063875" y="79883"/>
                    <a:pt x="3063875" y="177927"/>
                  </a:cubicBezTo>
                  <a:lnTo>
                    <a:pt x="3063875" y="1881378"/>
                  </a:lnTo>
                  <a:cubicBezTo>
                    <a:pt x="3063875" y="1979422"/>
                    <a:pt x="2983992" y="2059305"/>
                    <a:pt x="2885948" y="2059305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726526" y="7935287"/>
            <a:ext cx="2297897" cy="1544450"/>
            <a:chOff x="0" y="0"/>
            <a:chExt cx="3063862" cy="205926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063875" cy="2059305"/>
            </a:xfrm>
            <a:custGeom>
              <a:avLst/>
              <a:gdLst/>
              <a:ahLst/>
              <a:cxnLst/>
              <a:rect r="r" b="b" t="t" l="l"/>
              <a:pathLst>
                <a:path h="2059305" w="3063875">
                  <a:moveTo>
                    <a:pt x="2885948" y="2059305"/>
                  </a:moveTo>
                  <a:lnTo>
                    <a:pt x="177927" y="2059305"/>
                  </a:lnTo>
                  <a:cubicBezTo>
                    <a:pt x="79883" y="2059305"/>
                    <a:pt x="0" y="1979422"/>
                    <a:pt x="0" y="1881378"/>
                  </a:cubicBezTo>
                  <a:lnTo>
                    <a:pt x="0" y="177927"/>
                  </a:lnTo>
                  <a:cubicBezTo>
                    <a:pt x="0" y="79883"/>
                    <a:pt x="79883" y="0"/>
                    <a:pt x="177927" y="0"/>
                  </a:cubicBezTo>
                  <a:lnTo>
                    <a:pt x="2885948" y="0"/>
                  </a:lnTo>
                  <a:cubicBezTo>
                    <a:pt x="2983992" y="0"/>
                    <a:pt x="3063875" y="79883"/>
                    <a:pt x="3063875" y="177927"/>
                  </a:cubicBezTo>
                  <a:lnTo>
                    <a:pt x="3063875" y="1881378"/>
                  </a:lnTo>
                  <a:cubicBezTo>
                    <a:pt x="3063875" y="1979422"/>
                    <a:pt x="2983992" y="2059305"/>
                    <a:pt x="2885948" y="2059305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645225" y="4416152"/>
            <a:ext cx="2297897" cy="1544450"/>
            <a:chOff x="0" y="0"/>
            <a:chExt cx="3063862" cy="205926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063875" cy="2059305"/>
            </a:xfrm>
            <a:custGeom>
              <a:avLst/>
              <a:gdLst/>
              <a:ahLst/>
              <a:cxnLst/>
              <a:rect r="r" b="b" t="t" l="l"/>
              <a:pathLst>
                <a:path h="2059305" w="3063875">
                  <a:moveTo>
                    <a:pt x="2885948" y="2059305"/>
                  </a:moveTo>
                  <a:lnTo>
                    <a:pt x="177927" y="2059305"/>
                  </a:lnTo>
                  <a:cubicBezTo>
                    <a:pt x="79883" y="2059305"/>
                    <a:pt x="0" y="1979422"/>
                    <a:pt x="0" y="1881378"/>
                  </a:cubicBezTo>
                  <a:lnTo>
                    <a:pt x="0" y="177927"/>
                  </a:lnTo>
                  <a:cubicBezTo>
                    <a:pt x="0" y="79883"/>
                    <a:pt x="79883" y="0"/>
                    <a:pt x="177927" y="0"/>
                  </a:cubicBezTo>
                  <a:lnTo>
                    <a:pt x="2885948" y="0"/>
                  </a:lnTo>
                  <a:cubicBezTo>
                    <a:pt x="2983992" y="0"/>
                    <a:pt x="3063875" y="79883"/>
                    <a:pt x="3063875" y="177927"/>
                  </a:cubicBezTo>
                  <a:lnTo>
                    <a:pt x="3063875" y="1881378"/>
                  </a:lnTo>
                  <a:cubicBezTo>
                    <a:pt x="3063875" y="1979422"/>
                    <a:pt x="2983992" y="2059305"/>
                    <a:pt x="2885948" y="2059305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645225" y="6175715"/>
            <a:ext cx="2297897" cy="1544450"/>
            <a:chOff x="0" y="0"/>
            <a:chExt cx="3063862" cy="205926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063875" cy="2059305"/>
            </a:xfrm>
            <a:custGeom>
              <a:avLst/>
              <a:gdLst/>
              <a:ahLst/>
              <a:cxnLst/>
              <a:rect r="r" b="b" t="t" l="l"/>
              <a:pathLst>
                <a:path h="2059305" w="3063875">
                  <a:moveTo>
                    <a:pt x="2885948" y="2059305"/>
                  </a:moveTo>
                  <a:lnTo>
                    <a:pt x="177927" y="2059305"/>
                  </a:lnTo>
                  <a:cubicBezTo>
                    <a:pt x="79883" y="2059305"/>
                    <a:pt x="0" y="1979422"/>
                    <a:pt x="0" y="1881378"/>
                  </a:cubicBezTo>
                  <a:lnTo>
                    <a:pt x="0" y="177927"/>
                  </a:lnTo>
                  <a:cubicBezTo>
                    <a:pt x="0" y="79883"/>
                    <a:pt x="79883" y="0"/>
                    <a:pt x="177927" y="0"/>
                  </a:cubicBezTo>
                  <a:lnTo>
                    <a:pt x="2885948" y="0"/>
                  </a:lnTo>
                  <a:cubicBezTo>
                    <a:pt x="2983992" y="0"/>
                    <a:pt x="3063875" y="79883"/>
                    <a:pt x="3063875" y="177927"/>
                  </a:cubicBezTo>
                  <a:lnTo>
                    <a:pt x="3063875" y="1881378"/>
                  </a:lnTo>
                  <a:cubicBezTo>
                    <a:pt x="3063875" y="1979422"/>
                    <a:pt x="2983992" y="2059305"/>
                    <a:pt x="2885948" y="2059305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645225" y="7935287"/>
            <a:ext cx="2297897" cy="1544450"/>
            <a:chOff x="0" y="0"/>
            <a:chExt cx="3063862" cy="205926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063875" cy="2059305"/>
            </a:xfrm>
            <a:custGeom>
              <a:avLst/>
              <a:gdLst/>
              <a:ahLst/>
              <a:cxnLst/>
              <a:rect r="r" b="b" t="t" l="l"/>
              <a:pathLst>
                <a:path h="2059305" w="3063875">
                  <a:moveTo>
                    <a:pt x="2885948" y="2059305"/>
                  </a:moveTo>
                  <a:lnTo>
                    <a:pt x="177927" y="2059305"/>
                  </a:lnTo>
                  <a:cubicBezTo>
                    <a:pt x="79883" y="2059305"/>
                    <a:pt x="0" y="1979422"/>
                    <a:pt x="0" y="1881378"/>
                  </a:cubicBezTo>
                  <a:lnTo>
                    <a:pt x="0" y="177927"/>
                  </a:lnTo>
                  <a:cubicBezTo>
                    <a:pt x="0" y="79883"/>
                    <a:pt x="79883" y="0"/>
                    <a:pt x="177927" y="0"/>
                  </a:cubicBezTo>
                  <a:lnTo>
                    <a:pt x="2885948" y="0"/>
                  </a:lnTo>
                  <a:cubicBezTo>
                    <a:pt x="2983992" y="0"/>
                    <a:pt x="3063875" y="79883"/>
                    <a:pt x="3063875" y="177927"/>
                  </a:cubicBezTo>
                  <a:lnTo>
                    <a:pt x="3063875" y="1881378"/>
                  </a:lnTo>
                  <a:cubicBezTo>
                    <a:pt x="3063875" y="1979422"/>
                    <a:pt x="2983992" y="2059305"/>
                    <a:pt x="2885948" y="2059305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572000" y="4416152"/>
            <a:ext cx="2297897" cy="1544450"/>
            <a:chOff x="0" y="0"/>
            <a:chExt cx="3063862" cy="205926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063875" cy="2059305"/>
            </a:xfrm>
            <a:custGeom>
              <a:avLst/>
              <a:gdLst/>
              <a:ahLst/>
              <a:cxnLst/>
              <a:rect r="r" b="b" t="t" l="l"/>
              <a:pathLst>
                <a:path h="2059305" w="3063875">
                  <a:moveTo>
                    <a:pt x="2885948" y="2059305"/>
                  </a:moveTo>
                  <a:lnTo>
                    <a:pt x="177927" y="2059305"/>
                  </a:lnTo>
                  <a:cubicBezTo>
                    <a:pt x="79883" y="2059305"/>
                    <a:pt x="0" y="1979422"/>
                    <a:pt x="0" y="1881378"/>
                  </a:cubicBezTo>
                  <a:lnTo>
                    <a:pt x="0" y="177927"/>
                  </a:lnTo>
                  <a:cubicBezTo>
                    <a:pt x="0" y="79883"/>
                    <a:pt x="79883" y="0"/>
                    <a:pt x="177927" y="0"/>
                  </a:cubicBezTo>
                  <a:lnTo>
                    <a:pt x="2885948" y="0"/>
                  </a:lnTo>
                  <a:cubicBezTo>
                    <a:pt x="2983992" y="0"/>
                    <a:pt x="3063875" y="79883"/>
                    <a:pt x="3063875" y="177927"/>
                  </a:cubicBezTo>
                  <a:lnTo>
                    <a:pt x="3063875" y="1881378"/>
                  </a:lnTo>
                  <a:cubicBezTo>
                    <a:pt x="3063875" y="1979422"/>
                    <a:pt x="2983992" y="2059305"/>
                    <a:pt x="2885948" y="2059305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572000" y="6175715"/>
            <a:ext cx="2297897" cy="1544450"/>
            <a:chOff x="0" y="0"/>
            <a:chExt cx="3063862" cy="205926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063875" cy="2059305"/>
            </a:xfrm>
            <a:custGeom>
              <a:avLst/>
              <a:gdLst/>
              <a:ahLst/>
              <a:cxnLst/>
              <a:rect r="r" b="b" t="t" l="l"/>
              <a:pathLst>
                <a:path h="2059305" w="3063875">
                  <a:moveTo>
                    <a:pt x="2885948" y="2059305"/>
                  </a:moveTo>
                  <a:lnTo>
                    <a:pt x="177927" y="2059305"/>
                  </a:lnTo>
                  <a:cubicBezTo>
                    <a:pt x="79883" y="2059305"/>
                    <a:pt x="0" y="1979422"/>
                    <a:pt x="0" y="1881378"/>
                  </a:cubicBezTo>
                  <a:lnTo>
                    <a:pt x="0" y="177927"/>
                  </a:lnTo>
                  <a:cubicBezTo>
                    <a:pt x="0" y="79883"/>
                    <a:pt x="79883" y="0"/>
                    <a:pt x="177927" y="0"/>
                  </a:cubicBezTo>
                  <a:lnTo>
                    <a:pt x="2885948" y="0"/>
                  </a:lnTo>
                  <a:cubicBezTo>
                    <a:pt x="2983992" y="0"/>
                    <a:pt x="3063875" y="79883"/>
                    <a:pt x="3063875" y="177927"/>
                  </a:cubicBezTo>
                  <a:lnTo>
                    <a:pt x="3063875" y="1881378"/>
                  </a:lnTo>
                  <a:cubicBezTo>
                    <a:pt x="3063875" y="1979422"/>
                    <a:pt x="2983992" y="2059305"/>
                    <a:pt x="2885948" y="2059305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572000" y="7935287"/>
            <a:ext cx="2297897" cy="1544450"/>
            <a:chOff x="0" y="0"/>
            <a:chExt cx="3063862" cy="205926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063875" cy="2059305"/>
            </a:xfrm>
            <a:custGeom>
              <a:avLst/>
              <a:gdLst/>
              <a:ahLst/>
              <a:cxnLst/>
              <a:rect r="r" b="b" t="t" l="l"/>
              <a:pathLst>
                <a:path h="2059305" w="3063875">
                  <a:moveTo>
                    <a:pt x="2885948" y="2059305"/>
                  </a:moveTo>
                  <a:lnTo>
                    <a:pt x="177927" y="2059305"/>
                  </a:lnTo>
                  <a:cubicBezTo>
                    <a:pt x="79883" y="2059305"/>
                    <a:pt x="0" y="1979422"/>
                    <a:pt x="0" y="1881378"/>
                  </a:cubicBezTo>
                  <a:lnTo>
                    <a:pt x="0" y="177927"/>
                  </a:lnTo>
                  <a:cubicBezTo>
                    <a:pt x="0" y="79883"/>
                    <a:pt x="79883" y="0"/>
                    <a:pt x="177927" y="0"/>
                  </a:cubicBezTo>
                  <a:lnTo>
                    <a:pt x="2885948" y="0"/>
                  </a:lnTo>
                  <a:cubicBezTo>
                    <a:pt x="2983992" y="0"/>
                    <a:pt x="3063875" y="79883"/>
                    <a:pt x="3063875" y="177927"/>
                  </a:cubicBezTo>
                  <a:lnTo>
                    <a:pt x="3063875" y="1881378"/>
                  </a:lnTo>
                  <a:cubicBezTo>
                    <a:pt x="3063875" y="1979422"/>
                    <a:pt x="2983992" y="2059305"/>
                    <a:pt x="2885948" y="2059305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7035813" y="4985804"/>
            <a:ext cx="1663170" cy="27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2"/>
              </a:lnSpc>
            </a:pPr>
            <a:r>
              <a:rPr lang="en-US" sz="1299">
                <a:solidFill>
                  <a:srgbClr val="393939"/>
                </a:solidFill>
                <a:latin typeface="Arial"/>
                <a:ea typeface="Arial"/>
                <a:cs typeface="Arial"/>
                <a:sym typeface="Arial"/>
              </a:rPr>
              <a:t>8307027561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035813" y="6745376"/>
            <a:ext cx="1663170" cy="549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2"/>
              </a:lnSpc>
            </a:pPr>
            <a:r>
              <a:rPr lang="en-US" sz="1299">
                <a:solidFill>
                  <a:srgbClr val="393939"/>
                </a:solidFill>
                <a:latin typeface="Arial"/>
                <a:ea typeface="Arial"/>
                <a:cs typeface="Arial"/>
                <a:sym typeface="Arial"/>
              </a:rPr>
              <a:t>aroraankita691@gmail.com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035813" y="8504949"/>
            <a:ext cx="1663170" cy="27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2"/>
              </a:lnSpc>
            </a:pPr>
            <a:r>
              <a:rPr lang="en-US" sz="1299">
                <a:solidFill>
                  <a:srgbClr val="393939"/>
                </a:solidFill>
                <a:latin typeface="Arial"/>
                <a:ea typeface="Arial"/>
                <a:cs typeface="Arial"/>
                <a:sym typeface="Arial"/>
              </a:rPr>
              <a:t>Sgt university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962588" y="4985804"/>
            <a:ext cx="1663170" cy="27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2"/>
              </a:lnSpc>
            </a:pPr>
            <a:r>
              <a:rPr lang="en-US" sz="1299">
                <a:solidFill>
                  <a:srgbClr val="393939"/>
                </a:solidFill>
                <a:latin typeface="Arial"/>
                <a:ea typeface="Arial"/>
                <a:cs typeface="Arial"/>
                <a:sym typeface="Arial"/>
              </a:rPr>
              <a:t>8448525225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962588" y="6745376"/>
            <a:ext cx="1663170" cy="549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2"/>
              </a:lnSpc>
            </a:pPr>
            <a:r>
              <a:rPr lang="en-US" sz="1299">
                <a:solidFill>
                  <a:srgbClr val="393939"/>
                </a:solidFill>
                <a:latin typeface="Arial"/>
                <a:ea typeface="Arial"/>
                <a:cs typeface="Arial"/>
                <a:sym typeface="Arial"/>
              </a:rPr>
              <a:t>yaman5404339@gmail.com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962588" y="8504949"/>
            <a:ext cx="1663170" cy="27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2"/>
              </a:lnSpc>
            </a:pPr>
            <a:r>
              <a:rPr lang="en-US" sz="1299">
                <a:solidFill>
                  <a:srgbClr val="393939"/>
                </a:solidFill>
                <a:latin typeface="Arial"/>
                <a:ea typeface="Arial"/>
                <a:cs typeface="Arial"/>
                <a:sym typeface="Arial"/>
              </a:rPr>
              <a:t>Sgt university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889363" y="4985804"/>
            <a:ext cx="1663170" cy="27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2"/>
              </a:lnSpc>
            </a:pPr>
            <a:r>
              <a:rPr lang="en-US" sz="1299">
                <a:solidFill>
                  <a:srgbClr val="393939"/>
                </a:solidFill>
                <a:latin typeface="Arial"/>
                <a:ea typeface="Arial"/>
                <a:cs typeface="Arial"/>
                <a:sym typeface="Arial"/>
              </a:rPr>
              <a:t>9654469662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889363" y="6745376"/>
            <a:ext cx="1663170" cy="549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2"/>
              </a:lnSpc>
            </a:pPr>
            <a:r>
              <a:rPr lang="en-US" sz="1299">
                <a:solidFill>
                  <a:srgbClr val="393939"/>
                </a:solidFill>
                <a:latin typeface="Arial"/>
                <a:ea typeface="Arial"/>
                <a:cs typeface="Arial"/>
                <a:sym typeface="Arial"/>
              </a:rPr>
              <a:t>mayankb2944@gmail.com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889363" y="8504949"/>
            <a:ext cx="1663170" cy="27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2"/>
              </a:lnSpc>
            </a:pPr>
            <a:r>
              <a:rPr lang="en-US" sz="1299">
                <a:solidFill>
                  <a:srgbClr val="393939"/>
                </a:solidFill>
                <a:latin typeface="Arial"/>
                <a:ea typeface="Arial"/>
                <a:cs typeface="Arial"/>
                <a:sym typeface="Arial"/>
              </a:rPr>
              <a:t>Sgt Univeristy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6569040" y="5050546"/>
            <a:ext cx="314973" cy="280606"/>
            <a:chOff x="0" y="0"/>
            <a:chExt cx="419964" cy="37414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19989" cy="374142"/>
            </a:xfrm>
            <a:custGeom>
              <a:avLst/>
              <a:gdLst/>
              <a:ahLst/>
              <a:cxnLst/>
              <a:rect r="r" b="b" t="t" l="l"/>
              <a:pathLst>
                <a:path h="374142" w="419989">
                  <a:moveTo>
                    <a:pt x="0" y="0"/>
                  </a:moveTo>
                  <a:lnTo>
                    <a:pt x="419989" y="0"/>
                  </a:lnTo>
                  <a:lnTo>
                    <a:pt x="419989" y="374142"/>
                  </a:lnTo>
                  <a:lnTo>
                    <a:pt x="0" y="37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98" r="6" b="-101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6569040" y="6807641"/>
            <a:ext cx="314973" cy="280606"/>
            <a:chOff x="0" y="0"/>
            <a:chExt cx="419964" cy="37414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19989" cy="374142"/>
            </a:xfrm>
            <a:custGeom>
              <a:avLst/>
              <a:gdLst/>
              <a:ahLst/>
              <a:cxnLst/>
              <a:rect r="r" b="b" t="t" l="l"/>
              <a:pathLst>
                <a:path h="374142" w="419989">
                  <a:moveTo>
                    <a:pt x="0" y="0"/>
                  </a:moveTo>
                  <a:lnTo>
                    <a:pt x="419989" y="0"/>
                  </a:lnTo>
                  <a:lnTo>
                    <a:pt x="419989" y="374142"/>
                  </a:lnTo>
                  <a:lnTo>
                    <a:pt x="0" y="37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98" r="6" b="-101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569040" y="8567214"/>
            <a:ext cx="314973" cy="280606"/>
            <a:chOff x="0" y="0"/>
            <a:chExt cx="419964" cy="37414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19989" cy="374142"/>
            </a:xfrm>
            <a:custGeom>
              <a:avLst/>
              <a:gdLst/>
              <a:ahLst/>
              <a:cxnLst/>
              <a:rect r="r" b="b" t="t" l="l"/>
              <a:pathLst>
                <a:path h="374142" w="419989">
                  <a:moveTo>
                    <a:pt x="0" y="0"/>
                  </a:moveTo>
                  <a:lnTo>
                    <a:pt x="419989" y="0"/>
                  </a:lnTo>
                  <a:lnTo>
                    <a:pt x="419989" y="374142"/>
                  </a:lnTo>
                  <a:lnTo>
                    <a:pt x="0" y="37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98" r="6" b="-101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487738" y="5050546"/>
            <a:ext cx="314973" cy="280606"/>
            <a:chOff x="0" y="0"/>
            <a:chExt cx="419964" cy="37414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19989" cy="374142"/>
            </a:xfrm>
            <a:custGeom>
              <a:avLst/>
              <a:gdLst/>
              <a:ahLst/>
              <a:cxnLst/>
              <a:rect r="r" b="b" t="t" l="l"/>
              <a:pathLst>
                <a:path h="374142" w="419989">
                  <a:moveTo>
                    <a:pt x="0" y="0"/>
                  </a:moveTo>
                  <a:lnTo>
                    <a:pt x="419989" y="0"/>
                  </a:lnTo>
                  <a:lnTo>
                    <a:pt x="419989" y="374142"/>
                  </a:lnTo>
                  <a:lnTo>
                    <a:pt x="0" y="37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98" r="6" b="-101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487738" y="6807641"/>
            <a:ext cx="314973" cy="280606"/>
            <a:chOff x="0" y="0"/>
            <a:chExt cx="419964" cy="37414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19989" cy="374142"/>
            </a:xfrm>
            <a:custGeom>
              <a:avLst/>
              <a:gdLst/>
              <a:ahLst/>
              <a:cxnLst/>
              <a:rect r="r" b="b" t="t" l="l"/>
              <a:pathLst>
                <a:path h="374142" w="419989">
                  <a:moveTo>
                    <a:pt x="0" y="0"/>
                  </a:moveTo>
                  <a:lnTo>
                    <a:pt x="419989" y="0"/>
                  </a:lnTo>
                  <a:lnTo>
                    <a:pt x="419989" y="374142"/>
                  </a:lnTo>
                  <a:lnTo>
                    <a:pt x="0" y="37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98" r="6" b="-101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487738" y="8567214"/>
            <a:ext cx="314973" cy="280606"/>
            <a:chOff x="0" y="0"/>
            <a:chExt cx="419964" cy="37414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19989" cy="374142"/>
            </a:xfrm>
            <a:custGeom>
              <a:avLst/>
              <a:gdLst/>
              <a:ahLst/>
              <a:cxnLst/>
              <a:rect r="r" b="b" t="t" l="l"/>
              <a:pathLst>
                <a:path h="374142" w="419989">
                  <a:moveTo>
                    <a:pt x="0" y="0"/>
                  </a:moveTo>
                  <a:lnTo>
                    <a:pt x="419989" y="0"/>
                  </a:lnTo>
                  <a:lnTo>
                    <a:pt x="419989" y="374142"/>
                  </a:lnTo>
                  <a:lnTo>
                    <a:pt x="0" y="37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98" r="6" b="-101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2414514" y="5050546"/>
            <a:ext cx="314973" cy="280606"/>
            <a:chOff x="0" y="0"/>
            <a:chExt cx="419964" cy="37414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19989" cy="374142"/>
            </a:xfrm>
            <a:custGeom>
              <a:avLst/>
              <a:gdLst/>
              <a:ahLst/>
              <a:cxnLst/>
              <a:rect r="r" b="b" t="t" l="l"/>
              <a:pathLst>
                <a:path h="374142" w="419989">
                  <a:moveTo>
                    <a:pt x="0" y="0"/>
                  </a:moveTo>
                  <a:lnTo>
                    <a:pt x="419989" y="0"/>
                  </a:lnTo>
                  <a:lnTo>
                    <a:pt x="419989" y="374142"/>
                  </a:lnTo>
                  <a:lnTo>
                    <a:pt x="0" y="37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98" r="6" b="-101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2414514" y="6807641"/>
            <a:ext cx="314973" cy="280606"/>
            <a:chOff x="0" y="0"/>
            <a:chExt cx="419964" cy="37414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19989" cy="374142"/>
            </a:xfrm>
            <a:custGeom>
              <a:avLst/>
              <a:gdLst/>
              <a:ahLst/>
              <a:cxnLst/>
              <a:rect r="r" b="b" t="t" l="l"/>
              <a:pathLst>
                <a:path h="374142" w="419989">
                  <a:moveTo>
                    <a:pt x="0" y="0"/>
                  </a:moveTo>
                  <a:lnTo>
                    <a:pt x="419989" y="0"/>
                  </a:lnTo>
                  <a:lnTo>
                    <a:pt x="419989" y="374142"/>
                  </a:lnTo>
                  <a:lnTo>
                    <a:pt x="0" y="37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98" r="6" b="-101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414514" y="8567214"/>
            <a:ext cx="314973" cy="280606"/>
            <a:chOff x="0" y="0"/>
            <a:chExt cx="419964" cy="37414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19989" cy="374142"/>
            </a:xfrm>
            <a:custGeom>
              <a:avLst/>
              <a:gdLst/>
              <a:ahLst/>
              <a:cxnLst/>
              <a:rect r="r" b="b" t="t" l="l"/>
              <a:pathLst>
                <a:path h="374142" w="419989">
                  <a:moveTo>
                    <a:pt x="0" y="0"/>
                  </a:moveTo>
                  <a:lnTo>
                    <a:pt x="419989" y="0"/>
                  </a:lnTo>
                  <a:lnTo>
                    <a:pt x="419989" y="374142"/>
                  </a:lnTo>
                  <a:lnTo>
                    <a:pt x="0" y="37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98" r="6" b="-101"/>
              </a:stretch>
            </a:blip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790318" y="2484091"/>
            <a:ext cx="2569750" cy="76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6"/>
              </a:lnSpc>
            </a:pPr>
            <a:r>
              <a:rPr lang="en-US" b="true" sz="3581">
                <a:solidFill>
                  <a:srgbClr val="393939"/>
                </a:solidFill>
                <a:latin typeface="Arial Bold"/>
                <a:ea typeface="Arial Bold"/>
                <a:cs typeface="Arial Bold"/>
                <a:sym typeface="Arial Bold"/>
              </a:rPr>
              <a:t>Ayurpulse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4679959" y="332222"/>
            <a:ext cx="117929" cy="1520304"/>
            <a:chOff x="0" y="0"/>
            <a:chExt cx="157239" cy="202707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57226" cy="2027047"/>
            </a:xfrm>
            <a:custGeom>
              <a:avLst/>
              <a:gdLst/>
              <a:ahLst/>
              <a:cxnLst/>
              <a:rect r="r" b="b" t="t" l="l"/>
              <a:pathLst>
                <a:path h="2027047" w="157226">
                  <a:moveTo>
                    <a:pt x="0" y="0"/>
                  </a:moveTo>
                  <a:lnTo>
                    <a:pt x="157226" y="0"/>
                  </a:lnTo>
                  <a:lnTo>
                    <a:pt x="157226" y="2027047"/>
                  </a:lnTo>
                  <a:lnTo>
                    <a:pt x="0" y="2027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502503" t="0" r="-4502512" b="-1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4890871" y="332222"/>
            <a:ext cx="2883332" cy="1520304"/>
            <a:chOff x="0" y="0"/>
            <a:chExt cx="3844442" cy="202707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844417" cy="2027047"/>
            </a:xfrm>
            <a:custGeom>
              <a:avLst/>
              <a:gdLst/>
              <a:ahLst/>
              <a:cxnLst/>
              <a:rect r="r" b="b" t="t" l="l"/>
              <a:pathLst>
                <a:path h="2027047" w="3844417">
                  <a:moveTo>
                    <a:pt x="0" y="0"/>
                  </a:moveTo>
                  <a:lnTo>
                    <a:pt x="3844417" y="0"/>
                  </a:lnTo>
                  <a:lnTo>
                    <a:pt x="3844417" y="2027047"/>
                  </a:lnTo>
                  <a:lnTo>
                    <a:pt x="0" y="2027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4828" r="0" b="-44829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1843699" y="445418"/>
            <a:ext cx="2741009" cy="1293914"/>
            <a:chOff x="0" y="0"/>
            <a:chExt cx="3654679" cy="172521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654679" cy="1725168"/>
            </a:xfrm>
            <a:custGeom>
              <a:avLst/>
              <a:gdLst/>
              <a:ahLst/>
              <a:cxnLst/>
              <a:rect r="r" b="b" t="t" l="l"/>
              <a:pathLst>
                <a:path h="1725168" w="3654679">
                  <a:moveTo>
                    <a:pt x="0" y="0"/>
                  </a:moveTo>
                  <a:lnTo>
                    <a:pt x="3654679" y="0"/>
                  </a:lnTo>
                  <a:lnTo>
                    <a:pt x="3654679" y="1725168"/>
                  </a:lnTo>
                  <a:lnTo>
                    <a:pt x="0" y="1725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0613" r="0" b="-20616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DAHDJYwkVR8</dc:identifier>
  <dcterms:modified xsi:type="dcterms:W3CDTF">2011-08-01T06:04:30Z</dcterms:modified>
  <cp:revision>1</cp:revision>
  <dc:title>AyurPulse Codesphere</dc:title>
</cp:coreProperties>
</file>